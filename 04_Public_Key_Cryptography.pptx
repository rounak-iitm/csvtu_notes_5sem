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80" r:id="rId6"/>
    <p:sldId id="286" r:id="rId7"/>
    <p:sldId id="259" r:id="rId8"/>
    <p:sldId id="287" r:id="rId9"/>
    <p:sldId id="260" r:id="rId10"/>
    <p:sldId id="261" r:id="rId11"/>
    <p:sldId id="262" r:id="rId12"/>
    <p:sldId id="263" r:id="rId13"/>
    <p:sldId id="264" r:id="rId15"/>
    <p:sldId id="265" r:id="rId16"/>
    <p:sldId id="266" r:id="rId17"/>
    <p:sldId id="267" r:id="rId18"/>
    <p:sldId id="288" r:id="rId19"/>
    <p:sldId id="268" r:id="rId20"/>
    <p:sldId id="270" r:id="rId21"/>
    <p:sldId id="271" r:id="rId22"/>
    <p:sldId id="272" r:id="rId23"/>
    <p:sldId id="273" r:id="rId24"/>
    <p:sldId id="274" r:id="rId25"/>
    <p:sldId id="275" r:id="rId26"/>
    <p:sldId id="276" r:id="rId27"/>
    <p:sldId id="277" r:id="rId28"/>
    <p:sldId id="278" r:id="rId29"/>
    <p:sldId id="289" r:id="rId30"/>
    <p:sldId id="290" r:id="rId31"/>
    <p:sldId id="291" r:id="rId32"/>
    <p:sldId id="279" r:id="rId33"/>
    <p:sldId id="281" r:id="rId34"/>
    <p:sldId id="282" r:id="rId35"/>
    <p:sldId id="283" r:id="rId36"/>
    <p:sldId id="284" r:id="rId37"/>
    <p:sldId id="285"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797" autoAdjust="0"/>
  </p:normalViewPr>
  <p:slideViewPr>
    <p:cSldViewPr snapToGrid="0" showGuides="1">
      <p:cViewPr varScale="1">
        <p:scale>
          <a:sx n="60" d="100"/>
          <a:sy n="60" d="100"/>
        </p:scale>
        <p:origin x="72" y="1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4095" units="cm"/>
          <inkml:channel name="Y" type="integer" max="4095" units="cm"/>
        </inkml:traceFormat>
        <inkml:channelProperties>
          <inkml:channelProperty channel="X" name="resolution" value="85.84906" units="1/cm"/>
          <inkml:channelProperty channel="Y" name="resolution" value="152.79851" units="1/cm"/>
        </inkml:channelProperties>
      </inkml:inkSource>
      <inkml:timestamp xml:id="ts0" timeString="2024-10-17T07:51:33"/>
    </inkml:context>
    <inkml:brush xml:id="br0">
      <inkml:brushProperty name="width" value="0.05292" units="cm"/>
      <inkml:brushProperty name="height" value="0.05292" units="cm"/>
      <inkml:brushProperty name="color" value="#ff0000"/>
    </inkml:brush>
  </inkml:definitions>
  <inkml:trace contextRef="#ctx0" brushRef="#br0">2754 15319,'0'0,"0"0,0 0,0 0,0 0,-25 19,-33 4,-16 5,-17 4,8 6,-8 13,9 0,-1 5,-8 0,8-1,0 6,-8-1,25 1,8 4,25-9,0-14,8-10,9 1,16-10,0-4,25-1,8-4,25-4,8-6,8-4,9 0,8 0,16-4,1-10,8 4,0-4,-1 5,1 0,0 4,-17 0,-16 1,0-1,-1 5,-16 9,1-4,-10 4,-7 5,-17 0,0 0,-8 10,-8-11,-1 1,-24 19,-9 14,-16-1,0-4,-16 0,-1-10,0 6,1-11,-9 1,0-4,0 8,-16 1,-1 4,1-4,-9-1,9-4,-1 0,-8 0,1 0,-9 4,8 10,0-5,17-4,-66 41,132-74,0 0,0 0,0 0</inkml:trace>
  <inkml:trace contextRef="#ctx0" brushRef="#br0">2307 15026,'0'0,"0"0,0 0,-33 14,-8 5,-9 4,-8 5,1 4,7 15,-8 9,-8-1,8 11,0 8,-8 10,8 4,0-4,0 18,9-9,7 5,-7 4,-1 5,17-4,0-6,8-4,17-9,8 0,0 0,0-10,16-9,1 5,8 4,8-4,16-5,9 0,8-4,9-5,16-5,8-5,9-4,7-9,9-15,9-4,16-14,0-9,8-10,0-8,-8-15,-9 4,1-8,-9-15,9-13,-9 0,0-1,-8-9,-16-4,-1 4,-24 1,0-6,0-8,-26 3,1 6,-16 0,-17-5,-9 0,1 4,-26-4,-7 0,-9 0,-8 9,-17 10,1-5,-17 0,16 9,-16 0,8 10,-17-5,-7 4,7 5,-16 0,0 5,-16 14,-1 0,-7 9,-10 9,-15 10,16 9,-9 9,1 5,0 10,0 17,-1 11,9 3,-141 66,265-121,0 0,0 0,0 0</inkml:trace>
  <inkml:trace contextRef="#ctx0" brushRef="#br0">29996 14942,'0'0,"0"0,0 0,0 0,0 0,0 0,0 0,0 0,-8 37,8 15,-8 13,-1 9,1 1,-8 4,-9 9,0 1,0 4,0 0,1 4,-10 6,1-6,0-4,-8 5,8 4,-17 5,-57 131,107-238,0 0,0 0,0 0</inkml:trace>
  <inkml:trace contextRef="#ctx0" brushRef="#br0">30195 14752,'0'0,"33"0,-33 0,49 4,18 5,-1-4,0 9,0 0,-8 5,8 4,-8 9,0 10,0 0,0 0,-17-5,0 5,1-5,-17 5,8-5,0 5,-17 10,-16-11,0-3,-8-1,-9-5,-16 1,0 0,-16 4,-9-5,0-4,-17-5,-7-4,7-5,-7 0,-9-5,0-4,0-5,0-5,16 5,9 0,16 0,17 0,-8 0,16 0,17 0,0 0,8 0,0 0,0 5,0-5,8 0,-8 0,8 14,17 9,8 0,8 5,1 0,16 5,8-1,-8 6,16 3,1 1,-1 0,-8 0,0-5,9 5,-9-5,8 10,1-1,-9-4,0 9,-8-9,0 5,0-10,-17 5,1-14,-9 9,41 33,-74-70,0 0,0 0,0 0</inkml:trace>
  <inkml:trace contextRef="#ctx0" brushRef="#br0">31592 14686,'0'0,"0"0,0 0,0 0,0 0,0 0,0 0,0 0,-16-32,-17-10,-9 5,1 4,-17 5,-8 10,-17 8,-8 1,-8 9,0 14,-17 5,9 4,-1 5,0 4,1 1,8-5,8-5,-8 0,16 1,-8-6,0 5,8 1,-8 13,8 5,-7 9,7 0,0 10,9 8,-1 6,1 4,8-5,16 10,0-9,9 8,16-8,0-1,9 1,8-1,8 0,0-4,8-5,8-4,1 4,8 9,8-4,16-5,1 5,8 0,8 0,9-1,7-3,9-1,9-5,7-4,1-5,-1-9,17-9,8-10,17-5,-16-13,15-10,10-13,-10-10,10-5,-18-4,-16-14,-8 0,-8-10,-9 1,-8-1,-9 6,9-11,-16 1,-9-4,0-6,-16 1,-1-1,-7-9,-9-4,-8 4,-17-9,0-4,-16-6,-25 1,0-10,-9 1,-32-6,-25-8,-17-6,-16 1,-34 5,-24 8,-248-129,438 246,0 0,0 0,0 0</inkml:trace>
  <inkml:trace contextRef="#ctx0" brushRef="#br0">24422 5694,'0'0,"0"0,0 0,0 0,0 0,-8-28,-9-18,-8-1,1 5,-1 5,0 9,-8 5,-17-5,-16 9,-8 1,-9 4,-16 0,-9 0,-16 5,-8 9,-9 0,1 0,-9 0,-8 4,0 1,-9 0,1-5,-1 4,1 1,0 4,-1-4,9 9,-8 0,7 9,1 10,0-1,0 1,16 4,-7 0,7 5,9 4,-1-4,9 9,8 10,9-1,8-4,8-5,8 1,0 13,1 0,7 5,1-5,8 0,8 5,0 9,8-5,9 1,0-1,7 5,10 0,-1 5,8-5,1 0,16 10,8-10,-8 0,8-10,9 6,-1-5,1-1,8-8,16-1,0-8,9 8,8-9,8 5,9-5,7-4,9-1,0-4,17-5,-1-4,17 4,0 0,17-9,-1 0,-7-9,16-5,0-5,-1-4,10-1,-1 1,8-5,0-5,9-4,-8-5,-1 0,9-4,-1-6,1 6,8-1,8 0,-8 5,0-9,-17 5,9-1,-8-4,-9-5,-8-5,8 5,-17-9,9-5,-8-4,-1 13,1-4,-17 0,0 0,-16-10,-1-4,1 0,-9 0,-8-1,8 10,-8-4,-17-5,-7-10,-1 5,-17 5,1 5,-9-1,1-4,-9 5,0-10,-17-5,1 5,-9 1,-8 3,0 1,-8 0,-17-9,9-1,-9 5,0 1,-8-1,0 5,0-10,-17 5,-8 5,0 0,-16 4,-1 1,-16-1,0-9,1 5,-10-5,-15 10,-1 4,-8 5,-17 4,-8 1,-16-1,-17 10,-25 4,-24 5,-282-18,513 32,0 0,0 0,0 0</inkml:trace>
  <inkml:trace contextRef="#ctx0" brushRef="#br0">31832 12495,'0'0,"0"0,0 0,-25-9,-33-10,1 1,-10-1,-7 5,0 10,-1-1,1 5,-1 19,1 4,-9 5,0 4,1 5,7 10,-16 0,17 4,-1 0,9 0,17-4,-1 4,9-9,-1 9,18 5,7-5,0 5,9-5,0-5,8-4,8 9,9 0,-1-4,17 4,9-4,16-5,24-10,18 1,32-5,17-5,16-18,216-5,-381 0,0 0,0 0,0 0</inkml:trace>
  <inkml:trace contextRef="#ctx0" brushRef="#br0">2481 10825,'0'0,"0"0,0 0,0 0,0 0,0 0,0 0,0 0,8 33,-8 23,9 4,-1 15,-8 4,8 9,-8 5,17 19,-1-1,1 1,-9 0,0 9,1-5,-9 5,0 9,0 168,0-298,0 0,0 0,0 0</inkml:trace>
  <inkml:trace contextRef="#ctx0" brushRef="#br0">2374 11197,'0'0,"0"0,0 0,0 0,0 0,0 0,0 0,0 0,0 0,0 0,0 0,33-28,16-9,9 0,17 0,-1 9,0 9,9 15,0 18,0 4,-9 10,-8 9,0 19,0 0,1 4,-18 6,-7 3,7 6,-7 9,-1-5,0 0,1 9,-1 5,-16 0,8 5,33 125,-66-223,0 0,0 0,0 0</inkml:trace>
  <inkml:trace contextRef="#ctx0" brushRef="#br0">2613 12095,'0'0,"0"0,0 0,0 0,9-28,32-9,25-5,9-4,16 4,16-5,17 1,0-10,9 5,-1 9,0 9,1 24,-1-5,149-23,-281 37,0 0,0 0,0 0</inkml:trace>
  <inkml:trace contextRef="#ctx0" brushRef="#br0">4640 11993,'0'0,"0"0,0 0,0 0,0 0,0 0,0 0,0 46,8 24,-8 9,8 14,-16 0,8 10,-8 4,-25 121,33-228,0 0,0 0,0 0</inkml:trace>
  <inkml:trace contextRef="#ctx0" brushRef="#br0">5111 10458,'0'0,"0"0,0 0,0 0,0 0,0 0,0 0,0 0,8 46,9 24,-1 4,9 10,0 14,0 4,0 5,-1 10,1-6,17 10,-18 14,18 149,-42-284,0 0,0 0,0 0</inkml:trace>
  <inkml:trace contextRef="#ctx0" brushRef="#br0">5144 10058,'0'0,"0"0,0 0,0 0,33-14,25 0,8-5,9 5,7 5,-7 4,7 5,-7 5,-1 4,1 5,-9 5,-8 9,-9 9,-7 9,-9 15,-25-5,-16 0,-25-5,-9 14,-24 5,-16-5,-9-5,8-9,8-9,1-9,24-10,9-9,16 0,9-5,7-4,9-5,-8 0,25 5,24-1,17-4,8 5,9 0,7-1,9 1,-8 4,-9 0,1 5,-1 10,1 4,-1-1,-8 6,-8 0,-8-1,-9-4,-16 0,-9-5,1 5,-17-5,-17 15,-16 4,-8-1,-25 6,-9-10,-16 0,1-4,-1-1,-9-8,26-10,-17 4,8 6,0 8,9-4,8-5,16 1,17-10,25-5,8-14,-8-13,8 18,0 0,0 0,0 0</inkml:trace>
  <inkml:trace contextRef="#ctx0" brushRef="#br0">6864 11342,'0'0,"0"0,0 0,0 0,0 0,0 0,-16 28,-17 23,0 0,8 5,0 18,-8 1,0 8,-42 103,75-186,0 0,0 0,0 0</inkml:trace>
  <inkml:trace contextRef="#ctx0" brushRef="#br0">7253 9937,'0'0,"0"0,0 0,0 0,0 0,0 0,8 37,9 33,16 13,-8 10,8 1,-8 17,16-4,-8 9,8 5,50 131,-91-252,0 0,0 0,0 0</inkml:trace>
  <inkml:trace contextRef="#ctx0" brushRef="#br0">7435 9969,'0'0,"0"0,0 0,0 0,0 0,50 10,24-6,9 15,16 4,0 5,-8 14,-8 14,8 0,-17 9,9 4,-17 6,0 13,-24 1,-9-6,-17 1,-7 0,-18-5,-24-5,-16-9,-42 5,-17 0,-33 4,-7 1,-216 69,364-144,0 0,0 0,0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21T05:07:38"/>
    </inkml:context>
    <inkml:brush xml:id="br0">
      <inkml:brushProperty name="width" value="0.05292" units="cm"/>
      <inkml:brushProperty name="height" value="0.05292" units="cm"/>
      <inkml:brushProperty name="color" value="#ff0000"/>
    </inkml:brush>
  </inkml:definitions>
  <inkml:trace contextRef="#ctx0" brushRef="#br0">6413 7733,'0'0,"-13"0,-4 0,-12 0,5 0,2 7,-6 4,-1 3,-1-1,5 4,25-17,-25 17,-8 6,-10 11,-6 3,6 2,-4-1,47-38,-46 43,-2-2,9 1,39-42,-34 42,34-42,-30 48,0-2,10 1,20-47,-18 50,18-50,-10 53,0 2,8-2,2-53,0 0,0 53,0-53,7 56,2 1,5-7,7-9,-21-41,0 0,30 36,-30-36,41 32,-41-32,57 26,8-4,-65-22,70 16,4-4,-3-4,2-8,-1-2,1-8,4-3,17-9,4-8,5-12,-12-2</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21T05:29:27"/>
    </inkml:context>
    <inkml:brush xml:id="br0">
      <inkml:brushProperty name="width" value="0.05292" units="cm"/>
      <inkml:brushProperty name="height" value="0.05292" units="cm"/>
      <inkml:brushProperty name="color" value="#ff0000"/>
    </inkml:brush>
  </inkml:definitions>
  <inkml:trace contextRef="#ctx0" brushRef="#br0">16579 1416,'0'0,"-14"5,-3 4,-10 7,3 2,0 0,4 0,-1-2,-1 2,1-4,4 1,17-15,-19 19,19-19,0 0,0 0,-16 25,16-25,0 0,-9 31,9-31,0 0,1 29,-1-29,22 25,8-7,8-6,0-3,-38-9,46 8,-46-8,0 0,46 13,-46-13,0 0,54 20,-54-20,45 30,0 4,-10-3,-7 3,-28-34,0 0,20 36,-20-36,12 41,-12-41,1 48,-1-48,-9 45,-12-2,-9-6,0-6,-6-3,-2-6,0-4,0-6,3-5,5-5,-5-7,7-4,28 9,-30-16,30 16,-27-35</inkml:trace>
  <inkml:trace contextRef="#ctx0" brushRef="#br0">16208 1095,'0'0,"0"0,0 0,0 0,0 0,0 0,0 0,0 0,0 0,0 0,0 0,-4 14,-1 8,-3 16,-1 3,5 6,-1 6,5-53,-8 63,8-63,-5 73,-3-3,8-70,-3 82,6 18,2 5,-5-105,8 100,-8-100,11 111,0 7,-11-118,6 125,0-16,-6-31,-3-36,2-19</inkml:trace>
  <inkml:trace contextRef="#ctx0" brushRef="#br0">16346 1112,'0'0,"0"0,0 0,0 0,0 0,12-3,11 0,15-2,2 1,4 2,2-4,-46 6,57-7,-57 7,70-1,8-2,9 1,-87 2,80 0,-6 0,-16 0,-58 0,48 2,-48-2,0 0,58 8,-2 1,-1-1,-55-8,0 0,43 14,-43-14,0 0,39 28,-39-28,38 40,-10 12,-28-52,28 57,-8 1,-20-58,19 64,-6 2,-13-66,14 73,-14-73,12 77,-12-77,9 106,0 9,-9-115,1 107,-1-107,3 93,-3-93,0 0,-4 88,4-88,-13 86,13-86,-27 75,27-75,-38 69,38-69,-50 56,50-56,-62 48,2-10,9-13,4-10,47-15,-49 11,49-11,-63 11,-10-5,73-6,-79 2,79-2,-97 0,-10-3,19-7,21 0,13 3,54 7,-47-5,47 5,0 0,-60-12,60 12,0 0,-74-27</inkml:trace>
  <inkml:trace contextRef="#ctx0" brushRef="#br0">17883 1826,'0'0,"15"0,13 0,13 0,2 5,-4 2,4 3,-43-10,52 8,-52-8,68 11,6-2,16 1,-90-10,99 6,0 0,4-6,-11 0,-8 0,-1 0,-1-3,4 0,1 0,1 2,3-4,-1 0,5-1,-1 1,5 1,6-3,1 1,2-2,-5 2,4 0,1-1,1 4,-2-3,5 5,-2 1,-1 0,3 0,0-3,0 2,1-2,-1 0,2 3,1 0,-1-1,1 1,-2 0,2 0,-3 1,7 5,4-5,2 2,-2-3,-2 1,-4 5,3-3,-3 4,-2-7,-4 0,1 0,5 1,-1-1,-1 2,4 1,1 0,0 0,-3 0,-11 0,6-3,0 5,-1 1,1-1,-1-2,0-3,-1 0,-5 3,-1-1,-3-1,-4 4,-7-2,-8 2,2-5,-2 2,-82-2,90 1,2-1,-2 3,-90-3,79-3,-79 3,76-1,-14-6,-62 7,44-8,-11 2,-33 6,22 0</inkml:trace>
  <inkml:trace contextRef="#ctx0" brushRef="#br0">26584 1739,'0'0,"0"0,0 0,0 0,0 0,-5-5,4-4,-4-7,0-1,5 5,-1 2,1 3,0 3,0 2,4 4,3 5,4 7,6 6,2-3,2 5,-4 2,4 1,1 0,0 0,0 0,-22-25,0 0,19 29,-19-29,0 0,0 0,14 31,-14-31,3 34,-3-34,-14 37,-17 4,-9-5,40-36,-43 35,43-35,0 0,0 0,-42 31,10-1</inkml:trace>
  <inkml:trace contextRef="#ctx0" brushRef="#br0">27580 1264,'0'0,"0"0,0 0,0 0,-6-7,-4 1,-4-3,6 4,-1 0,1 4,-3 1,5 0,-1 6,4 9,3 15,0 2,3 9,-3 11,0 10,2 5,-1 7,7-3,2 1,-10-72,11 77,3 24,8 16,-3-5,-3-10,1-4,-9-6,-6-8,-2-84,-8 78,8-78,-19 73,19-73,-19 49,-8-26,0-19</inkml:trace>
  <inkml:trace contextRef="#ctx0" brushRef="#br0">27743 1289,'0'0,"0"0,11-4,14 1,12-1,-2-1,4 5,5-1,10-2,-54 3,70-5,10 1,23 0,-103 4,103 0,-1-4,-2 8,-100-4,95 1,-5 6,0-2,-90-5,95 4,-95-4,97 0,1 3,-98-3,0 0,90 2,-24 2,-20 1,-46-5,0 0,33 14,-33-14,22 25,-22-25,16 40,-6 24,-4 6,-8 2,-7 0,4-2,-6 5,11-75,-11 99,0 9,11-108,-13 107,13-107,-9 93,-1-14,4-15,6-64,0 0,-5 48,5-48,-6 44,-2 5,-5-9,1-4,-1-9,13-27,-19 23,-9 1,-10-3,-16 3,0-6,-6-2,-3-5,63-11,-67 13,-7-3,74-10,-83 5,-27-2,-13-3,9-3,114 3,-106-5,5-1,5 5,24 1,17 1,9 1,-4 2,-1-2,7-2,1-6,4 3,39 3,-32-14</inkml:trace>
  <inkml:trace contextRef="#ctx0" brushRef="#br0">28279 1639,'0'0,"0"0,0 0,0 0,0 0,0 0,0 16,0 15,-5 22,2 11,0 11,-2 20,5 3,0-98,-2 98,2-98,0 97,0-8,0-89,0 0,-4 75,4-75,0 0,-16 45,-7-25,6-20</inkml:trace>
  <inkml:trace contextRef="#ctx0" brushRef="#br0">28165 1878,'0'0,"3"-14,8-5,8-6,-1 5,-1 1,7 1,-2-3,5 4,-27 17,33-19,-33 19,51-14,-51 14,55-6,-55 6,51 12,-51-12,44 32,-44-32,28 50,-12 12,-14 3,-2-65,-10 63,10-63,-31 56,31-56,-46 59,46-59,-56 52,56-52,0 0,0 0,-64 54,64-54,-36 41,43-18,14-9,14-6,9 6,17 5,-1 1,5 5,-65-25,62 28,-5 5,-13-1,-9-3,-16-6</inkml:trace>
  <inkml:trace contextRef="#ctx0" brushRef="#br0">20156 1525,'0'0,"0"0,0 0,0 0,0 11,0 13,0 10,0-6,0 2,7-2,1 1,2 1,1 3,-11-33,14 37,2 13,5 8,-6 6,4-1,-19-63,13 70,-13-70,13 75,-13-75,0 0,0 0,10 98</inkml:trace>
  <inkml:trace contextRef="#ctx0" brushRef="#br0">20174 1672,'0'0,"-6"-6,0-3,-4-9,6 4,-1-1,2 7,6-5,8 4,6-8,10 2,-3-3,4 1,-1 2,-27 15,35-21,-35 21,41-27,-41 27,0 0,0 0,43-23,-43 23,0 0,32-11,-19 14,-13 10,-6 5,-3 3,-4 6,-9 9</inkml:trace>
  <inkml:trace contextRef="#ctx0" brushRef="#br0">20243 1886,'0'0,"0"0,0 0,0 0,0 0,0 0,0 0,0 0,0 0,9-8,10-6,11-8,0-6,2 0,-32 28,38-30,-38 30,0 0,0 0,44-25,-44 25,39-18,-39 18,27 7,-20 21</inkml:trace>
  <inkml:trace contextRef="#ctx0" brushRef="#br0">20293 2196,'0'0,"-5"5,0 1,4 3,-4-4,5-3,-3-4,3 0,0-1,0 1,9-2,12-10,12-9,-1-4,-4 1,7-7,-35 33,36-36,-36 36,46-57</inkml:trace>
  <inkml:trace contextRef="#ctx0" brushRef="#br0">20704 1196,'0'0,"0"0,-11-4,-9-1,-6-4,4 0,1 0,1 2,2 1,0-1,5 2,-3 2,2 3,-3 3,-3-1,1 3,19-5,-26 9,26-9,-29 11,29-11,-38 16,38-16,-49 25,3 4,-1 3,47-32,-40 32,40-32,-43 34,0 5,3-1,7 1,33-39,-32 40,32-40,-32 44,2 6,30-50,-30 50,30-50,0 0,-22 54,5 1,3 1,6-6,1-9,7-41,0 42,0-42,0 0,7 48,2 7,5-1,1-9,2-6,-17-39,19 38,6-4,5-2,-30-32,30 29,-30-29,34 29,-34-29,44 29,-44-29,47 31,-47-31,52 26,2-7,-54-19,54 8,-54-8,59 0,-1-13,-58 13,63-18,-63 18,60-22,-1-6,-2 2,-10-4,-47 30,48-32,-48 32,44-38,0-5,-3-5,-41 48,37-50,-37 50,37-57,-2-4,-3 3,-10 1,-22 57,22-57,-22 57,14-58,-14 58,8-67,-8 67,0 0,5-71,-6-5,-9-8,-1 12,-3 24,0 12,-2 2,-5 6,2 6,3 4,-2 2,0 0,-1 1,0 1,-2 2,3 2,-2-1,-3 8,-2 3,-5 2,-5-1</inkml:trace>
  <inkml:trace contextRef="#ctx0" brushRef="#br0">24744 1471,'0'0,"0"0,0 0,0 0,0 0,0 0,-3 13,-2 13,-5 14,7-2,1 4,6-2,-4-40,9 52,-9-52,10 64,7 14,-1 14,-16-92,16 88,-5-11,0-7,-6-24,-4-17,-1-8,0-8,0-8,0-5</inkml:trace>
  <inkml:trace contextRef="#ctx0" brushRef="#br0">24777 1638,'0'0,"0"0,0 0,0-11,9-6,1-7,9 4,-2 6,5 6,-1 2,0 0,6 4,-2 4,3 2,-3 6,-25-10,27 14,-27-14,29 28,-29-28,25 39,-25-39,30 50,-30-50,27 54,-27-54,0 0,16 58,-7 3,-12-1,-3-8,-10-2,-3-6,-8-6,3-4,-6-5,0-4,-1-4,7-5,3-8,1-3,3-2,17-3,0 0,-15-8,15 8,-18-24,0-19</inkml:trace>
  <inkml:trace contextRef="#ctx0" brushRef="#br0">25196 1289,'0'0,"0"0,0 0,0 0,0-7,-5-3,-3-11,-3 2,0 3,0 10,-3-1,6 5,-8-1,7 3,-6-2,-2 4,3 1,-5-1,-3 2,3-1,-7 1,26-4,-30 8,30-8,-33 9,33-9,-41 13,41-13,-54 22,2 1,2 2,50-25,-48 27,48-27,-47 32,47-32,-48 41,3 5,45-46,-43 45,43-45,0 0,-37 52,9 1,3 0,9-6,5 2,11-49,-5 47,5-47,5 57,-5-57,14 60,3 6,7-4,-2-12,2-7,0-5,4-6,2-5,2-2,1 0,3-3,-2-2,-1-1,3-5,-8-3,-28-11,40 10,-40-10,54 2,0-4,-1-10,4-3,-5-1,-52 16,53-25,0-7,6 0,-7-4,-8 2,-44 34,46-44,-3-1,-2-5,0 0,-5 0,-10 2,-4-2,-22 50,17-56,-17 56,8-58,-8 58,-1-67,1 67,-12-67,-5 1,0 5,-1 9,2 4,-2 7,-3 7,2 5,0 8,-6 1,-2 6,-9 6,-4 3,-17 2</inkml:trace>
  <inkml:trace contextRef="#ctx0" brushRef="#br0">27052 3922,'0'0,"0"0,2 4,7 2,2 5,-1 1,-3-1,0 3,-4 2,-1-2,-1 3,-2 2,-9 6,-5 0,-11 6,-7 3,-7 1,-15 6,-13 8,-27 11</inkml:trace>
  <inkml:trace contextRef="#ctx0" brushRef="#br0">28377 3041,'0'0,"0"0,0 0,0 0,0 0,0 0,0 0,0 0,0 0,0 0,0 0,0 0,0 0,0 0,0 0,0 0,0 0,0 0,0 0,0 0,0 0,0 0,0 0,0 0,0 0,0 0,0 0,0 0,0 0,0 0,0 0,0 0,0 0,0 0,0 0,0 0,0 0,0 0,0 0,0 0,0 0</inkml:trace>
  <inkml:trace contextRef="#ctx0" brushRef="#br0">22122 3818,'0'0,"0"0,0 0,0 0,-4 3,2 13,-3 9,0 9,5 2,-3 4,-4 9,-1 1,-5 9,5-3,-1 0,9-56,-4 69,4-69,0 75,0 20,0-95,5 99,3-5,-8-94,6 86,-6-86,3 87,1 0,-4-87,0 0,0 0,-4 79,3-22,1-25</inkml:trace>
  <inkml:trace contextRef="#ctx0" brushRef="#br0">22163 3891,'0'0,"0"0,0 0,0-11,10-7,9-4,5 6,4 4,5 1,11-1,-44 12,68-13,13 3,25 1,16 5,-4 2,-11 0,-13 2,-10 0,-7 2,4-2,4 2,-1-2,-1 4,-83-4,87 5,-87-5,83 6,-83-6,0 0,0 0,73 14,-73-14,0 0,0 0,46 23,-46-23,25 35,-25-35,14 51,-14-51,7 66,-7-66,3 79,-1 21,-2-100,6 110,-2-14,0-12,0-8,-4-76,0 74,-4 5,4-79,-7 80,7-80,-7 78,7-78,-12 75,12-75,0 0,-16 69,16-69,-27 43,-1-14,28-29,-38 21,38-21,-46 13,-12-6,1-2,-4-3,61-2,-69 0,-4 0,-31 1,-5 2,3 0,10-3,1 2,8-1,5 5,-4-6,1 2,1 0,3-2,-1 3,8-3,74 0,-76-3,76 3,0 0,-76 0,76 0,-66-6,20-7</inkml:trace>
  <inkml:trace contextRef="#ctx0" brushRef="#br0">24353 4322,'0'0,"0"0,0 0,0 14,0 12,0 18,0 2,-5 5,5-51,-1 68,1-68,-5 84,1 16,4-18,0-82,0 0,0 0,-4 65,4-65,0 0,0 0,-5 34,-3-20,-1-21,5-9,0-15,4-8,2-21,4-2,5-4,-3 0,0 3,1 2,1 6,-4 10,-1 8,-2 12,-1 8,2 3,-1 8,2 7,-1 8,2 12,2 8,1 10,4 18,3 2,-16-59,20 65,6 1,0-5,-2-10,-5-7,-1-13,-9-9,0-10,1 1,-2-11,-8-2,8-16,1-17,2-14,-1-16,2-3,0 3,-12 63,12-62,-12 62,0 0,0 0,11-56,-11 56,0 0,0 0,18-44,-18 44,20-12,-4 24,-2 18,0 12,2 14,-16-56,14 63,-14-63,13 71,2-2,-5-7,0-14,-7-14,2-16,-5-18,-1 2</inkml:trace>
  <inkml:trace contextRef="#ctx0" brushRef="#br0">25036 4384,'0'0,"0"0,0 0,0 0,0 0,8-8,17-1,10-6,3-3,-2 1,-2 5,-34 12,33-13,-33 13,0 0,49-16</inkml:trace>
  <inkml:trace contextRef="#ctx0" brushRef="#br0">25256 4462,'0'0,"0"0,0 0,0 0,0 9,0 10,0 12,0 5,0 6,0 1,0-43,7 54,-7-54,13 66,-13-66,0 0,0 0,13 65,-13-65,4 66</inkml:trace>
  <inkml:trace contextRef="#ctx0" brushRef="#br0">25180 5097,'0'0,"0"0,0 0,0 0,0-4,2-2,10-4,10-4,5-2,0 0,2 1,5-4,12-6,-46 25,54-34</inkml:trace>
  <inkml:trace contextRef="#ctx0" brushRef="#br0">25553 4421,'0'0,"0"0,3-10,2-11,16-7,1 11,7 2,1 2,-30 13,42-15,-42 15,58-18,-58 18,0 0,0 0,62-21,-62 21,0 0,40-21</inkml:trace>
  <inkml:trace contextRef="#ctx0" brushRef="#br0">25771 4387,'0'5,"0"6,0 0,0 4,0 3,-4 6,0 8,0 10,-1 3,5-45,-3 63,3-63,-6 77,2 23,4-100,0 0,-3 88,3-88,0 0,8 68</inkml:trace>
  <inkml:trace contextRef="#ctx0" brushRef="#br0">26091 4353,'0'0,"-5"6,0 7,-3 11,1 9,2 2,3 4,1 3,1-42,-2 51,2-51,2 61,-2-61,3 73,8-7,-5-9,-3-17,1-11,-4-29,4 8,-4-8,5-20,-2-24,6-17,0-6,-1-4,4-4,-1-18,-3 6,-1 12,-5 22,-2 21,0 14,0 6,4 3,-4 7,1 7,-1 9,5 8,3 7,3 7,6 3,4 8,-2 0,-19-47,0 0,30 37,-30-37,0 0,35 25,-35-25,38 7,-38-7,25-12,-1-14,-24 26,17-44,-17 44,0 0,22-58,-22 58,0 0,0 0,18-60,-18 60,0 0,18-43,-18 43,15-10,0 28,-2 15,1 11,1 16,-1 6,3 2,2 6,-1-1,-6-4,-9 1</inkml:trace>
  <inkml:trace contextRef="#ctx0" brushRef="#br0">22411 4116,'0'0,"0"0,0 0,0 0,0 0,0 0,0 0,0 0,0 0,0 0,0 0,0 0,0 0,10 2,10 10,11 1,-9 0,3 2,-4-2,1-1,2 5,-24-17,31 18,5 6,10 5,-3 0,3 0,-3 1,2 0,-45-30,45 32,5 1,-50-33,48 36,2 1,-8-1,-2-2,-40-34,34 33,-34-33,35 33,1-6,-3-6,-4-7,-9-6</inkml:trace>
  <inkml:trace contextRef="#ctx0" brushRef="#br0">23280 4012,'0'0,"0"0,-12 0,-5 0,-6 0,3 0,2 6,-6 6,-1 4,5 0,0 4,-2 3,0 2,22-25,-27 33,-10 13,1 4,2-4,34-46,-39 48,3 1,-4 2,1-1,6 0,-5 0,1 0,1 2,-5 0,-2 1</inkml:trace>
  <inkml:trace contextRef="#ctx0" brushRef="#br0">22908 1806,'0'0,"0"0,0 0,0 0,0 0,0 0,0 0,0 0,0 0,0 0,0 0,0 0,0 0,0 0,-6 3,-2 8,-2 0,4 0,0 0,4-1,2-1,-2-3,2 2,0-2,0 5,0 0,0 1,-4 1,2 4,-1 0,2 2,-1 1,2 0,0 4,0-24,0 0,0 26,0-26,0 39,0-39,2 55,-2 1,1 1,-1-57,0 59,3 2,-1 2,-2-63,4 66,-2-1,-2-65,6 74,-1-3,-5-71,8 74,-1 14,-7-88,7 97,-7-97,5 109,-5-109,2 111,-2-111,4 104,-4-104,2 97,-2-97,3 89,1-14,-4-75,4 68,1-18,-5-50,1 46,-1-46,0 0,-6 60</inkml:trace>
  <inkml:trace contextRef="#ctx0" brushRef="#br0">27311 4534,'0'0,"0"0,0 0,0 0,13-8,14-1,14-6,-5-3,1-2,-37 20,49-17,8 1,9-3,5 3,-71 16,76-22,21-7,15-3,-22 5,-14 8,-7 4,-69 15,54-16,-54 16,0 0,49-18,-49 18,0 0,52-28</inkml:trace>
  <inkml:trace contextRef="#ctx0" brushRef="#br0">28260 4088,'0'0,"10"0,-10 0,18 0,8 0,-2 0,1 0,2 0,1 0,-1 8,-1 2,-4 6,-7 3,-7 1,2 0,-8 5,-2-25,0 30,0-30,-7 39,7-39,-25 51,25-51,-37 58,37-58,-50 56,-16 11</inkml:trace>
  <inkml:trace contextRef="#ctx0" brushRef="#br0">29446 3757,'0'0,"0"0,0 0,0 0,0 0,0 0,0-6,0-6,0-6,0 3,0 4,0 4,-6 1,-2 6,-11 0,-2 6,-1-2,-2 3,-4 3,-4-1,-1 5,33-14,-38 17,38-17,-51 27,51-27,0 0,-55 34,55-34,-49 36,5 3,17-8,9-4,8-8,10-19,0 0,0 18,0-18,0 0,12 16,-12-16,28 14,-28-14,40 8,11 0,1-2,-5 0,-2-1,-1-2,-5 6,0-4,-3 3,-36-8,0 0,34 9,-34-9,0 0,34 14,-34-14,0 0,0 0,34 19,-34-19,0 0,0 0,40 28,-40-28,30 33,-30-33,0 0,8 34,-13-8,-9 2,-2-7,-3-1,-5-3,-2-3,-4 0,-4-3,34-11,-42 8,42-8,-59 10,59-10,-82 7,-25-2,107-5,-116 1,116-1,-106-1,106 1,-85-10,15-7</inkml:trace>
  <inkml:trace contextRef="#ctx0" brushRef="#br0">30101 3614,'0'0,"0"0,0 0,0 0,0 0,0 10,0 15,0 14,0 3,0 8,0 5,7 6,3 0,0 3,3-3,-13-61,15 61,-15-61,14 59,-14-59,11 70</inkml:trace>
  <inkml:trace contextRef="#ctx0" brushRef="#br0">30115 3745,'0'0,"0"-16,3-7,3-9,4 4,4 3,6 13,1-1,-2 6,6 3,-1 1,5 3,-1 7,-1 5,-27-12,33 20,-33-20,30 30,-30-30,27 45,-27-45,11 53,-17-1,-15-2,-6-8,-12 0,1-6,-2-7,2-7,8-3,11-14,11-10,8-9,8-8</inkml:trace>
  <inkml:trace contextRef="#ctx0" brushRef="#br0">30665 3505,'0'0,"0"0,0 0,0 0,0 8,0 10,0 12,0 1,0 8,3 8,-3-47,6 57,-6-57,10 72,-10-72,14 81,2 3,-16-84,17 78,-17-78,5 68,-5-68,0 0,0 0,-5 63</inkml:trace>
  <inkml:trace contextRef="#ctx0" brushRef="#br0">30994 3578,'0'0,"-5"4,2 9,-10 6,2 5,-1-3,-1-4,-4 2,1-2,-5 8,-1 2,22-27,0 0,-25 32,25-32,0 0,0 0,-30 41,30-41,0 0,0 0,-18 31,18-31,0 0,0 19,0-19,16 14,-16-14,30 11,-30-11,35 20,16 8,-51-28,53 31,1 0,2-1,-11-7,-8-7</inkml:trace>
  <inkml:trace contextRef="#ctx0" brushRef="#br0">30758 3567,'0'0,"0"0,0 0,0 0,0 0,0 0,0 0,0 0,0 0,-3 2,1 17,-4 10,2 16,4 11,3 8,7 6,10 4,8-4,-1-4,-3-23,-7-12,-17-31,17 20,1-5,-4-9,5-3,-3-6,0-8,-16 11,11-23,-11 23,11-38,1-31,1-4,0 9,-5 2,-2 10,1 9,0 11,-4 11,2 8,-3 6,-2 7,1 11,4 21,0 16,6 18,-2-5,1-7,4-10,2-19,-2-17,-1-8,2-8</inkml:trace>
  <inkml:trace contextRef="#ctx0" brushRef="#br0">31225 3334,'0'12,"-4"14,4-26,-4 34,2 5,4 11,4 7,5 3,8 4,-19-64,18 61,-3-6,-3-4,-12-51,0 0,6 50,-6-50,0 0,0 0,0 37,-5-21,5-16,0-5,8-15,3-13,5-4,-16 37,22-46,-22 46,0 0,0 0,30-39,-30 39,0 0,33-24,-33 24,35 3,-16 14,-5 10,-14-27,8 37,-8-37,-2 42,2-42,-17 62,-3-7,-4-10,24-45,-24 25,7-24,2-14,-2-12</inkml:trace>
  <inkml:trace contextRef="#ctx0" brushRef="#br0">31648 3380,'0'16,"0"13,0 5,0 3,0 10,0-47,0 56,0-56,3 70,-3-70,13 80,11 3,4-10,-28-73,0 0,0 0,18 57,-9-14</inkml:trace>
  <inkml:trace contextRef="#ctx0" brushRef="#br0">31844 3756,'0'0,"0"0,0 0,0 0,0 0,0 8,7 15,5 14,-2 2,1 8,-8-7,3-2,-4-8,-2-10,1-8,-1-12,0-7</inkml:trace>
  <inkml:trace contextRef="#ctx0" brushRef="#br0">31836 3539,'0'0,"0"0,0 0,0 0,0 0,0 0,0 0,0 0,0 0,8 0,24 0</inkml:trace>
  <inkml:trace contextRef="#ctx0" brushRef="#br0">32090 3669,'0'0,"-4"5,-2 3,-3 9,-1 2,2 2,2 4,6 3,3 4,0 4,10-3,7 0,-20-33,29 24,-29-24,36 13,2-13,3-11,-5-6,-1-6</inkml:trace>
  <inkml:trace contextRef="#ctx0" brushRef="#br0">32447 3294,'0'0,"0"0,0 8,0 12,0 17,0 10,3 10,10 11,4-3,4 3,-2 3,-19-71,16 68,-16-68,0 0,-4 76</inkml:trace>
  <inkml:trace contextRef="#ctx0" brushRef="#br0">32665 3438,'0'0,"0"0,0 0,0 0,0 0,0 0,-9 1,-1 16,-7 5,4 5,7-6,-1 2,7 2,5 2,3 3,2-1,-10-29,15 29,-15-29,0 0,27 23,-27-23,35 17,-35-17,52 3,-52-3,49-6,-49 6,44-17,-11-10,-8-2,-10 4,-10 6,-5-1,-5 7,-8 1,1 9,-3 3,2 8,1 5,4 11,8-24,0 29,7 5,-7-34,17 40,15 2,7-6,-1-10,-5-9,-6-12,-9-8,-18 3,12-19</inkml:trace>
  <inkml:trace contextRef="#ctx0" brushRef="#br0">33029 3489,'0'0,"0"13,0-13,0 0,0 0,0 0,0 17,0-17,0 0,0 0,9 30,-9-30,0 0,10 29,-10-29,17 31,1-9,-18-22,0 0,0 0,0 0,0 0,0 0,0 0,0 0,0 0,0 0,0 0,0 0,0 0,0 0,0 0,0 0,0 0,0 0,0 0,0 0,0 0,0 0,0 0,0 0,0 0,0 0,20 22,-20-22,0 0,0 0,0 0,0 0,0 0,0 0,0 0,0 0,0 0,0 0,0 0,0 0,0 0,0 0,0 0,0 0,0 0,0 0,0 0,0 0,0 0,0 0,0 0,0 0,18 16,-18-16,0 0,0 0,0 0,0 0,0 0,0 0,0 0,0 0,0 0,0 0,0 0,0 0,0 0,0 0,0 0,0 0,0 0,0 0,0 0,0 0,0 0,0 0,20 16,-20-16,0 0,0 0,0 0,0 0,0 0,0 0,0 0,0 0,0 0,0 0,0 0,0 0,0 0,0 0,0 0,0 0,0 0,0 0,0 0,0 0,0 0,0 0,19 10,-19-10,0 0,0 0,0 0,0 0,0 0,0 0,0 0,0 0,0 0,0 0,0 0,0 0,0 0,0 0,0 0,0 0,0 0,0 0,0 0,0 0,0 0,19 4,-19-4,0 0,0 0,0 0,0 0,0 0,0 0,0 0,0 0,0 0,0 0,0 0,0 0,0 0,0 0,0 0,0 0,0 0,0 0,0 0,0 0,19 0,-19 0,0 0,0 0,0 0,0 0,13-4,-13 4,0 0,0 0,0 0,0 0,0 0,0 0,0 0,0 0,0 0,0 0,0 0,0 0,0 0,0 0,0 0,0 0,0 0,0 0,12-17,-12 17,0 0,0 0,0 0,0 0,0 0,0 0,0 0,0 0,0 0,0 0,0 0,0 0,0 0,0 0,0 0,0 0,0 0,7-22,-7 22,0 0,0 0,0 0,0 0,0 0,0 0,0 0,0 0,0 0,0 0,0 0,0 0,0 0,0 0,0 0,0 0,1-32,-1 32,0 0,0 0,0 0,0 0,0 0,0 0,0 0,0 0,0 0,0 0,0 0,0 0,0 0,0 0,0 0,0-36,0 36,0 0,0 0,0 0,0 0,0 0,0 0,0 0,0 0,0 0,0 0,0 0,0 0,0 0,0 0,-1-39,1 39,0 0,0 0,0 0,0 0,0 0,0 0,0 0,0 0,0 0,0 0,0 0,0 0,0 0,-4-44,4 44,0 0,0 0,0 0,0 0,0 0,0 0,0 0,0 0,0 0,0 0,0 0,0 0,-3-42,3 42,0 0,0 0,0 0,0 0,0 0,0 0,0 0,0 0,0 0,0 0,0 0,-2-38,2 38,0 0,0 0,0 0,0 0,0 0,0 0,0 0,0 0,0 0,0 0,0-29,0 29,0-16,0 16,0 0,0 0,0 0,0 0,0 0,0 0,0 0,0 0,5-9,-5 9,0 0,0 0,0 0,0 0,0 0,0 0,0 0,5 0,-5 0,0 0,0 0,0 0,0 0,0 0,0 0,10 10,-10-10,0 0,0 0,0 0,0 0,0 0,15 21,-15-21,0 0,0 0,0 0,0 0,13 36,-13-36,0 0,0 0,0 0,17 58,-17-58,0 0,0 0,16 73,-16-73,0 0,11 80,-11-80,11 107,-6 8,-5-115,0 0,0 0,0 0,0 100,0-100,0 0,0 0,0 0,-5 85,5-85,0 0,0 0,-11 71,11-71,0 0,-11 54,11-54,-17 49,-7 1,24-50,-30 50,30-50,0 0,-41 42,41-42,-52 30,52-30,-52 4,11-24,10-20,23-10,13-9,13-6,21 3,9-2,21-11,7-5,-76 80,73-90</inkml:trace>
  <inkml:trace contextRef="#ctx0" brushRef="#br0">23723 3434,'0'0,"0"0,0 0,0 0,1-7,11-1,5 0,-2-1,1 2,-4-2,0 0,-3 1,1 0,2 2,2-3,2 1,2 1,-1-3,2 0,-19 10,25-15,-25 15,30-11,-30 11,38-16,13-7,-2 4,-6 1,-1 0,-42 18,40-16,-40 16,46-16,1 1,0-2,-47 17,45-16,-45 16,46-15,1 0,-47 15,47-18,-47 18,53-12,-53 12,54-16,-54 16,57-14,-57 14,61-15,-4 0,1 5,-58 10,57-12,-6 3,-51 9,57-11,-57 11,57-11,1 1,-58 10,59-11,-1 0,-58 11,54-8,-54 8,60-16,-60 16,62-12,-62 12,69-14,-69 14,70-11,-70 11,73-14,-73 14,77-11,-77 11,97-14,7 1,-104 13,92-12,-18 1,-74 11,56-7,-56 7,53-10,4 5,-57 5,60-5,-60 5,55-4,-55 4,0 0,59-3,-10-2,-8 0,-41 5,0 0,0 0,33-6</inkml:trace>
  <inkml:trace contextRef="#ctx0" brushRef="#br0">26499 2664,'0'0,"0"0,0 0,4 0,9 6,11 1,1-1,-6 0,-2 8,-9 0,-6 0,1 3,-8 5,-6 6,-8 2,-7 6,-16 14,-11 3</inkml:trace>
  <inkml:trace contextRef="#ctx0" brushRef="#br0">23672 5350,'0'0,"12"11,9 4,6 5,-3-1,7-2,7 5,11 6,5 2,6-1,5 6,3 0,22 8,11 3,2-3,-7-8,2 0,-3-7,5-4,2-1,1 0,11-6,5 5,5 0,14 3,1-2,1-3,3-1,4-1,-2-3,0 2,0-6,1-3,1-1,1 0,-4 0,-3 0,-4-1,0-1,-8-2,5-6,-7-3,-4-5,-3 1,-1-2,-8-1,-4 1,-2 1,-9-3,-7 1,-12-2,-11 5,-66 10,57-13,-11-2,-46 15,49-22,-9-7</inkml:trace>
  <inkml:trace contextRef="#ctx0" brushRef="#br0">29116 5743,'0'0,"0"0,0 0,0 0,12 0,13 0,10 0,2 0,-3 9,-5 7,-10 4,-7 5,-2 5,-10-30,8 38,-14 22,-4 2,-4 2,-7-3,-1-4,-5-4,-1-3,-7-5,35-45,-40 44,1-3,-5-5,9-5,8-9</inkml:trace>
  <inkml:trace contextRef="#ctx0" brushRef="#br0">29648 5641,'0'0,"0"0,0 0,0 0,0 0,0 0,0 0,0 0,11 0,13 0,9 0,1 9,2 12,-1 7,6 5,-2 5,1 8,4 1,2 1,-2 0,2 4,-8-2,-1-2,-11-8,-26-40,0 0,0 0,19 34,-9-11,-7-12,-6-7</inkml:trace>
  <inkml:trace contextRef="#ctx0" brushRef="#br0">30124 5521,'0'0,"0"0,0 0,0 0,0 0,0 0,0 0,-6 14,-2 16,-14 16,3 4,-3 0,-2 7,2 2,-3 2,-2 3,-2-1,-4-3,2-1,31-59,-37 54,-1 0</inkml:trace>
  <inkml:trace contextRef="#ctx0" brushRef="#br0">30524 6067,'0'0,"0"11,0 7,0 12,0 5,0 0,0 9,4 4,-4-48,10 57,-10-57,13 67,4 0,-4-10,-5-5,1-13,-5-10,2-15</inkml:trace>
  <inkml:trace contextRef="#ctx0" brushRef="#br0">30766 5543,'0'0,"0"0,0 0,0 0,0 0,13 3,14 16,12 7,5 12,5 10,4 7,9 17,1 1,-63-73,50 68,-50-68,45 73</inkml:trace>
  <inkml:trace contextRef="#ctx0" brushRef="#br0">30886 5441,'0'0,"3"-13,12-8,2-1,7 7,-5 2,6 2,5 7,0 2,-1 7,2 3,-31-8,32 21,-32-21,32 26,-32-26,0 0,31 45,-31-45,19 48,-16 5,-12 0,9-53,-26 51,26-51,-38 50,38-50,0 0,-50 38</inkml:trace>
  <inkml:trace contextRef="#ctx0" brushRef="#br0">31318 5645,'0'0,"0"9,0 12,0 8,0 2,8 4,11-1,6-2,5-5,-4-4,-26-23,0 0,30 14,-30-14,0 0,30 0,-2-9,-3-12,-9-4,-2-7,-7-3,-6 2,-1-1,-1 5,1 4,-2 6,4 6,-1 6,7 10,-2 5,1 8,4 10,3 5,2 5,-16-36,0 0,25 47,-25-47,37 37</inkml:trace>
  <inkml:trace contextRef="#ctx0" brushRef="#br0">31713 5287,'0'0,"0"0,0 0,0 12,10 15,7 18,2 4,2 2,-1 4,1 4,-21-59,15 60,0-1,-3-4,-2-14,-7-10,0-15,-3-7,-3-4,3-5,-3-7,3 7,-2-19,2 19,0-33,5-8,5-9,4 5,-14 45,0 0,23-34,-23 34,30-22,-30 22,29-3,4 14,-9 14,-7 7,-17-32,8 38,-8-38,-3 59,3-59,-22 56,22-56,-33 47,-5-20,3-23,15-15,12-16</inkml:trace>
  <inkml:trace contextRef="#ctx0" brushRef="#br0">32301 5252,'0'0,"0"0,0 0,0 0,0 18,5 19,5 27,-1 5,4 9,-13-78,20 97,-2-5,-18-92,0 0,0 0,11 97</inkml:trace>
  <inkml:trace contextRef="#ctx0" brushRef="#br0">32515 5342,'0'0,"-11"4,-10 11,-1 2,0 4,6 1,-3 3,5 3,3 1,3-5,5-2,6-9,7 1,10-5,5-6,10 2,0-5,5-2,10-4,-7-3,-2-5,-10-7,-11 1,-5-2,-8-6,-4 3,-8 3,-6 1,-5 5,-3 5,2 2,2 7,-2 7,6 6,3 7,5 9,3 7,2 2,7 6,-9-42,18 50,-18-50,0 0,26 47,14-16</inkml:trace>
  <inkml:trace contextRef="#ctx0" brushRef="#br0">32796 5431,'0'0,"0"0,2 9,9 13,6 9,5-6,-1-5,3-8,-2-5,-1-4,-4-13,-6-5,-2-10,-9-7,-3-1,-5-1,2 1,-2 1,5 3,-2 2,2 7,2 3,2 9,5 8,4 8,1 13,6 12,-4 17,4 21,-4 8,4 25,-7 14,-10-2,-10-19,-12-11,-3-15,1-17,-9-5,-3 5,36-54,-43 44,43-44,-49 35,49-35,-48 10,10-29,16-28,19-12,19-16,25-25,15-3,-9 22,-19 20</inkml:trace>
  <inkml:trace contextRef="#ctx0" brushRef="#br0">24712 3477,'0'0,"0"0,0 0,0 0,0 0,0 0,0 0,11-8,7 2,13-2,3 2,2 2,-2 4,3 4,-4 3,-1 4,-32-11,0 0,31 17,-31-17,0 0,0 0,37 21</inkml:trace>
  <inkml:trace contextRef="#ctx0" brushRef="#br0">25016 3263,'0'0,"0"0,-7 0,-1 0,-9 0,-1 9,0 7,10 5,1 1,1 3,5 5,1 3,1 3,-1-36,2 40,-2-40,4 61,-4 4,-4 3,1-6</inkml:trace>
  <inkml:trace contextRef="#ctx0" brushRef="#br0">25448 3461,'0'0,"0"0,0 0,0 0,0 0,0 0,0 0,1 8,13 19,1 15,7-2,-5 3,2 7,-19-50,20 61,-4 6,0-3,-6-15,2-15,-1-18</inkml:trace>
  <inkml:trace contextRef="#ctx0" brushRef="#br0">25906 3235,'0'0,"0"0,0 0,0 0,0 0,0 0,0 0,2 11,8 18,3 17,0 2,-1-4,-12-44,13 50,-13-50,16 62,-16-62,11 67,-1 0,-9-14,-2-12,-6-14,2-12</inkml:trace>
  <inkml:trace contextRef="#ctx0" brushRef="#br0">25881 3327,'0'0,"3"-16,8-7,6-6,1 6,-4 6,0 0,4 3,-3 6,1 3,1 5,-4 7,3 5,-5 7,-2 6,-4 8,-3 1,-4-1,0 4,-7-3,1 0,0-2,-1-1,0-6,0-4,0-9,1-4,-1-8</inkml:trace>
  <inkml:trace contextRef="#ctx0" brushRef="#br0">26157 3269,'0'0,"0"0,0 0,0 2,4 4,6 12,3 8,4 3,4-7,-2-6,0 1,-3-8,3 2,-3-8,-4-3,-2-3,-4-8,3-1,-7-9,0-4,-4 0,2-1,0 3,2 2,1 6,0 4,3 3,4 8,2 5,-4 7,4 0,0 7,1-3,-4-1,-1-5,-3-5,-2-7,0-8,-3-5,-1-4</inkml:trace>
  <inkml:trace contextRef="#ctx0" brushRef="#br0">26446 3031,'5'0,"2"4,1 2,1 4,-8-4,1 6,1 6,5 11,6 1,-2-1,-1 1,-2 0,-1-2,2-5,-6-4,1-5,-2-3,-1-5,-2-4,0-4,1-4,4-8,1-2,4-4,2-5,-2 2,7 0,-1 5,1 7,1 2,-1 7,-17 2,13 8,-13-8,0 0,5 19,-5-19,-2 31,2-31,0 0,-16 28,-12-6,-1-11,8-8</inkml:trace>
  <inkml:trace contextRef="#ctx0" brushRef="#br0">26774 2960,'0'0,"0"0,0 0,0 0,3 9,8 13,4 12,2-2,0-1,-3 3,-14-34,16 41,-16-41,0 0,0 0,16 56,0-4</inkml:trace>
  <inkml:trace contextRef="#ctx0" brushRef="#br0">27035 2982,'0'0,"-16"12,-2 4,-4 6,0-1,8-2,2 3,5-5,4 2,6-5,4-1,7-1,3-4,9 0,0-2,6-1,-2 1,-2-3,2-3,-4-5,-6 1,-4-5,-5-3,-5-2,-3-1,-3-4,-4 2,-7 1,1 4,-4 2,1 7,2 3,0 2,3 4,5 4,6 2,5 0,3 2,2-1,6 1,-3 0,-16-14,0 0,0 0,23 9,-23-9,26 2,0-10</inkml:trace>
  <inkml:trace contextRef="#ctx0" brushRef="#br0">27370 2962,'0'0,"0"0,0 0,0 0,9 2,7 5,8 4,-5-6,-6-1,-6-1,-2-3,-3 2,-2-7,-4-4,-5-4,8 1,-4 3,3-2,4 5,1 3,2 7,4 1,4 7,1 3,4 9,-1 9,-17-33,17 42,-17-42,16 69,-16-69,8 84,-14 25,6-109,-24 118,24-118,-40 100,40-100,-47 56,12-36,10-22,25 2,-8-16,8-9,8-13,14-12,8-2,5 4,11 3,-46 45,64-47</inkml:trace>
  <inkml:trace contextRef="#ctx0" brushRef="#br0">27406 5212,'0'0,"0"0,0 0,0 0,8 0,21-3,9-3,6-2,0-1,3 0,3-4,-50 13,55-8,5-5,8 1,-3-2,-65 14,74-8,-74 8,81-9,-81 9,104-13,5 3</inkml:trace>
  <inkml:trace contextRef="#ctx0" brushRef="#br0">28421 4875,'0'0,"0"0,2 0,14 9,8 4,-4 6,-4-1,-2 0,-6 2,-1 4,-3 2,-8 4,-8 5,-8 9,-12 11,-6 4,-5-1,-2 1,45-59,0 0,0 0,-42 64</inkml:trace>
  <inkml:trace contextRef="#ctx0" brushRef="#br0">29111 4768,'0'0,"0"0,0 0,0 0,0 9,0 17,0 9,0 7,0 3,0-45,5 59,2 13,3 6,1 5,0-5,-11-78,0 0,0 0,18 76</inkml:trace>
  <inkml:trace contextRef="#ctx0" brushRef="#br0">29245 4726,'0'0,"14"-6,13-4,8-4,5 5,-3 2,-3 3,-3 2,-4 4,-6 7,-6 8,-7 10,-8 4,-6 2,-8 4,-10 7,-8 0,-8 1,40-45,-47 44,47-44,0 0,0 0,-47 38,47-38,0 0,-36 25,36-25,-19 14,22-12,-3-2,22-5,-22 5,37-6,20 3,-57 3,63 5,-1 11,-62-16,60 24,-60-24,60 35,-5 0,-5-2,-7-11</inkml:trace>
  <inkml:trace contextRef="#ctx0" brushRef="#br0">30216 4729,'0'0,"0"0,0 0,0 0,0 0,0 8,5 17,-2 10,3 6,2 9,-8-50,10 64,-10-64,6 77,3 16,-7-18,-1-20,-10-26,-7-3</inkml:trace>
  <inkml:trace contextRef="#ctx0" brushRef="#br0">30186 4691,'0'0,"0"0,10-6,5-8,9-2,-3 1,-1 4,4 3,1 4,3 4,-2 4,-4 7,-2 6,-5 1,-6 5,-6 0,-6 7,-8 1,-8 0,-3-1,-5 1,-3 5,0-2,8-9,6-9,11-14,5-9</inkml:trace>
  <inkml:trace contextRef="#ctx0" brushRef="#br0">30562 4737,'0'0,"0"4,-4 8,2 11,-3 4,0 0,5 6,7 4,2-1,5-4,2-4,6-13,-1-4,-3-4,-18-7,20 2,3-4,-3-5,0-4,-1-7,-5-3,-7-4,4-6,-7-1,-2-5,0 6,-2 2,3 4,-2 9,-1 2,2 6,1 8,2 8,-3 10,5 8,-7-26,7 37,-7-37,12 50,-12-50,21 47,-21-47,28 24,-4-27</inkml:trace>
  <inkml:trace contextRef="#ctx0" brushRef="#br0">31011 4474,'0'0,"0"0,0 0,0 0,0 0,0 0,0 0,0 16,8 20,0 18,3 3,-6 5,6 2,-11-64,0 0,11 64,-11-64,0 0,0 0,5 53,-5-53,-2 36,2-36,-3 5,1-19,2-11,5-10,3 1,3 1,0-1,2 1,7 7,1 2,-2 10,3 5,2 6,-24 3,17 9,-17-9,14 23,-9 15,-5-38,-8 53,8-53,-14 52,14-52,0 0,0 0,-30 43,30-43,-30 20,5-21,10-26</inkml:trace>
  <inkml:trace contextRef="#ctx0" brushRef="#br0">31318 4419,'0'0,"0"0,0 0,0 0,0 0,0 0,3 2,7 14,7 11,-4 5,-1 6,-2-1,-10-37,17 55,-17-55,16 65,3 4,0-8,-5-11,-6-16,2-18,5-7</inkml:trace>
  <inkml:trace contextRef="#ctx0" brushRef="#br0">31546 4750,'0'-4,"0"-1,0 1,0 2,0 2,0-3,0 6,5 0,2 12,0 3,-1 7,4 4,-1 1,-3-8,-1-6,-5-9,2-5</inkml:trace>
  <inkml:trace contextRef="#ctx0" brushRef="#br0">31531 4459,'0'0,"0"0,0 0,0 0,0 0,0 0,13 0,17 0,11 0,-3 0,3 0,18 0,-32 8,-2 9,-14-2,-8 0,-6 0,-5-7,0 4,-3-1,-3 3,0 4,4 2,2 5,8-25,-2 30,2-30,0 0,5 32,-5-32,20 31,-20-31,39 17,12-9,1-17</inkml:trace>
  <inkml:trace contextRef="#ctx0" brushRef="#br0">32243 4290,'0'0,"0"0,0 0,0 0,0 15,8 17,7 23,2 0,-2 0,-5 5,1 7,0 3,-3-7,-8-9,0-15,0-14,3-14</inkml:trace>
  <inkml:trace contextRef="#ctx0" brushRef="#br0">32461 4431,'0'0,"0"0,-11 0,-11 6,-5 9,7 0,5 4,6-3,-2 1,8 4,3-4,0 5,6-5,5 0,3 0,2-1,5-2,2-3,1-3,6-7,0-2,-2-7,-2-3,-4-3,-3-3,-3-7,-4 3,-5-3,-4 0,-6 2,-5 4,-6 6,-1 2,0 7,0 6,4 7,2 2,6 9,4 4,4 2,6-3,5 2,-16-26,22 23,-22-23,0 0,0 0,38 15</inkml:trace>
  <inkml:trace contextRef="#ctx0" brushRef="#br0">32747 4564,'0'0,"0"0,0 0,0 0,0 0,0 0,0 0,0 0,13 0,12 7,13 6,-3-1,-2 5,-9-4,-8-7,-1-6,-2-3,-5-13,-2-1,-4-5,-7-3,-1 0,1 0,-3 2,2 3,1 4,2 2,3 9,6 5,-1 13,6 5,-3 14,0 10,0 19,-2 5,-1 7,-5 4,-6 13,-7-8,-11-12,7-29,-4-16,1-9,20-16,-19 1,19-1,-18-11,18 11,-14-26,11-15,6-16,13 2,12 4,10 1,13 1,7 2,20-4,9 3,-7 8,-27 12</inkml:trace>
  <inkml:trace contextRef="#ctx0" brushRef="#br0">21890 4121,'0'0,"0"0,-7-5,-7 2,-8 0,-6-2,-1 5,-4-3,0 3,-5 0,0 0,38 0,-49 0,49 0,-60 0,-14 0,-12 0,86 0,-87 0,3 0,84 0,-92-2,4-5,88 7,-92-11,7-3,3 1,9-1,-1 0,0 0,14 6,-5-1,-5 0,0 1,1-9,-1 1,2 0,-6-2,1-1,0 0,-18-4,1-4,6 2,0-6,0 8,2-4,3 1,3-2,2 2,3-3,6-4,8 9,9-2,-4-1,-3-5,3 3,-4 2,0-3,-1 4,-2 1,-1 1,0 4,-1 0,4-2,2-3,55 25,-52-25,52 25,-53-31,53 31,0 0,-59-36,59 36,0 0,-63-39,63 39,0 0,-70-35,70 35,-82-39,82 39,0 0,0 0,-79-32,19 12,60 20,0 0,0 0,-44-9,44 9,0 0,0 0,-27 0,27 0,-17 11,17-11,-7 21,7-21,2 31,-2-31,0 0,5 44,-5-44,0 0,0 0,6 47,-6-47,6 39,-6-39,0 0,0 13,0-13,0 0,2-9,-2 9,6-23,-6 23,10-31,-10 31,25-33,5-3,-30 36,36-26,-36 26,42-16,1 12,-43 4,40 22</inkml:trace>
  <inkml:trace contextRef="#ctx0" brushRef="#br0">29498 6847,'0'0,"15"5,11 4,14 2,-1 3,-2-3,-7 1,-30-12,31 13,-31-13,43 14,17 12,2 2,-62-28,58 27,-58-27,60 36,-1 3,-9 3,-50-42,45 33,-12-7,-5-5</inkml:trace>
  <inkml:trace contextRef="#ctx0" brushRef="#br0">30056 6731,'0'0,"0"0,-6 3,-11 10,-3 10,-5 2,3 5,-5 9,-1 14,1 8,-3 1,0 5,3 0,-3 1,1-6,4 0,-5-3,0-2,30-57,-30 59,2-5,-6-4</inkml:trace>
  <inkml:trace contextRef="#ctx0" brushRef="#br0">30349 7514,'0'0,"0"0,0 0,0 0,0-13,7-6,6-9,6 10,-1 6,-1-1,5 4,-3 3,3 1,-6 5,0 5,-6 3,-4 9,-2 5,-8 12,-4 8,-10 14,-2 5,-9 4,1 4,-2-6,-3 0,1-6,-1-8,3-9,5-11,7-7,7-8,0-2,8-4,1-3,5-2,5-6,-8 3,16-6,-16 6,27-15,16-4,13-6,-56 25,65-27,-65 27,78-33,31-15</inkml:trace>
  <inkml:trace contextRef="#ctx0" brushRef="#br0">31081 6834,'0'0,"0"0,0 0,0 0,0 0,0 0,0 0,0 13,0 16,0 17,0 2,0 2,0-50,0 59,0-59,6 74,5 8,0 9,-11-91,16 76,-16-76,0 0,0 0,8 59,-8-27</inkml:trace>
  <inkml:trace contextRef="#ctx0" brushRef="#br0">31096 6886,'0'0,"5"-16,5-7,7-6,-2 3,3 2,6-2,0 2,-24 24,32-23,-32 23,44-18,-44 18,46-5,-46 5,39 23,-15 18,-13 13,-16 3,-7-1,-8-3,-10-3,-4-5,-2-3,-6-6,7-6,4-10,17-9,17-9</inkml:trace>
  <inkml:trace contextRef="#ctx0" brushRef="#br0">31463 7062,'-9'14,"-1"9,10-23,-17 30,9-2,2 1,6-3,5 4,-2-4,8-1,-2-4,1-6,4-5,-1-3,4-6,-3-5,3-4,-4-11,-1-1,-2-8,0 0,-4-3,2 1,-5 2,0 3,-1 5,1 6,-1 6,3 3,-1 11,4 8,-2 4,2 7,4 7,-12-32,15 35,-15-35,22 37,-22-37,26 20,-26-20,25-9,-3-24</inkml:trace>
  <inkml:trace contextRef="#ctx0" brushRef="#br0">31841 6684,'0'-5,"0"-4,0 5,0-3,0 0,0 2,0 1,0 6,0 9,0 16,2 12,9 16,6 6,-4 4,-1-1,-12-64,17 68,-4-4,0-9,-3-10,-4-15,-4-8,-2-12,-4-5,4-5,-12-5,12 5,-5-18,5 18,-10-31,7-7,-1-9,10 5,2 7,3 6,3 4,5 2,5 6,-24 17,27-14,-27 14,30-6,-30 6,30 11,-30-11,23 29,-8 21,-13 9,-10-1,8-58,-24 53,24-53,-32 44,-4-18,3-16,14-15,11-12,6-8,5-8,10-10</inkml:trace>
  <inkml:trace contextRef="#ctx0" brushRef="#br0">32358 6579,'0'0,"0"0,0 0,0 14,0 15,8 17,2 2,1 6,1 7,-12-61,12 69,0-2,-12-67,5 79,-5-79,0 0,-2 96</inkml:trace>
  <inkml:trace contextRef="#ctx0" brushRef="#br0">32494 6790,'0'0,"-6"5,6-5,-14 11,-5 8,-2 1,5-1,2-2,5 4,4-3,3-4,7-1,-2 0,10 0,3-2,3-2,8 1,3-3,5-2,-1-3,1-2,1-5,-1-4,-35 9,33-13,-33 13,0 0,0 0,32-23,-2-10,-11-4,-13 7,-6 8,-6 5,-5 7,-2 3,-1 10,5 3,2 5,2 10,9 8,2 4,8 5,-14-38,21 44,9-4,6-5,-4-14,-32-21,25 1,-25-1,25-26</inkml:trace>
  <inkml:trace contextRef="#ctx0" brushRef="#br0">33013 6663,'0'0,"0"0,0 0,0 0,0 0,0 0,-5 3,5-3,0 0,0 0,-2 13,2-13,0 0,-3 18,3-18,-7 28,7-1,0-27,0 0,0 0,0 0,0 0,0 0,0 0,0 0,0 0,0 0,0 0,0 0,0 0,0 0,0 0,0 0,0 0,0 0,0 0,0 0,0 0,0 0,7 34,-7-34,0 0,0 0,0 0,0 0,0 0,0 0,0 0,0 0,0 0,0 0,0 0,0 0,0 0,0 0,0 0,0 0,0 0,0 0,0 0,0 0,5 34,-5-34,0 0,0 0,0 0,0 0,0 0,0 0,0 0,0 0,0 0,0 0,0 0,0 0,0 0,0 0,0 0,0 0,0 0,0 0,0 0,13 36,-13-36,0 0,0 0,0 0,0 0,0 0,0 0,0 0,20 39,-20-39,0 0,0 0,0 0,0 0,0 0,0 0,0 0,0 0,0 0,0 0,0 0,0 0,0 0,0 0,0 0,0 0,0 0,0 0,0 0,0 0,0 0,0 0,0 0,0 0,0 0,18 28,-18-28,0 0,0 0,0 0,0 0,0 0,0 0,0 0,0 0,0 0,0 0,0 0,0 0,0 0,0 0,0 0,0 0,0 0,0 0,0 0,0 0,0 0,0 0,0 0,0 0,19 19,-19-19,0 0,0 0,0 0,0 0,0 0,0 0,0 0,0 0,0 0,0 0,0 0,0 0,0 0,0 0,0 0,0 0,0 0,0 0,0 0,0 0,0 0,0 0,15 10,-15-10,0 0,0 0,0 0,0 0,0 0,0 0,0 0,0 0,0 0,0 0,0 0,0 0,0 0,0 0,0 0,0 0,0 0,0 0,0 0,0 0,0 0,0 0,13 1,-13-1,0 0,0 0,0 0,0 0,0 0,0 0,0 0,0 0,0 0,0 0,0 0,0 0,0 0,0 0,0 0,0 0,0 0,0 0,0 0,0 0,0 0,8-3,-8 3,0 0,0 0,0 0,0 0,0 0,0 0,0 0,0 0,0 0,0 0,0 0,0 0,0 0,0 0,0 0,0 0,0 0,0 0,0 0,0 0,9-15,-9 15,0 0,0 0,0 0,0 0,4-21,-4 21,0 0,0 0,0 0,0 0,0 0,0 0,0 0,0 0,0 0,0 0,0 0,0 0,0 0,0 0,0 0,0 0,0 0,0 0,1-30,-1 30,0 0,0 0,0 0,0 0,0 0,0 0,0 0,0 0,0 0,0 0,0 0,0 0,0 0,0 0,0 0,0 0,0 0,-1-34,1 34,0 0,0 0,0 0,0 0,0 0,0 0,0 0,0 0,0 0,0 0,0 0,0 0,0 0,0 0,0 0,0 0,-4-39,4 39,0 0,0 0,0 0,0 0,0 0,0 0,0 0,0 0,0 0,0 0,0 0,0 0,0 0,0 0,0 0,-2-47,2 47,0 0,0 0,0 0,0 0,0 0,0 0,0 0,0 0,0 0,0 0,0 0,0 0,0 0,0 0,0-39,0 39,0 0,0 0,0 0,0 0,0 0,0 0,0 0,0 0,0 0,0 0,0 0,0 0,0 0,0-34,0 34,0 0,0 0,0 0,0 0,0 0,0 0,0 0,0 0,0 0,0 0,0 0,0 0,2-23,-2 23,0 0,0 0,0 0,0 0,0 0,0 0,0 0,0 0,0 0,0 0,0 0,4-16,-4 16,0 0,0 0,0 0,0 0,0 0,0 0,0 0,0 0,0 0,0 0,1-14,-1 14,2-5,-2 5,0 0,0 0,0 0,0 0,0 0,0 0,0 0,0 0,8 2,-8-2,0 0,0 0,0 0,0 0,0 0,0 0,0 0,8 8,-8-8,0 0,0 0,0 0,0 0,0 0,0 0,9 23,-9-23,0 0,0 0,0 0,0 0,0 0,6 31,-6-31,0 0,0 0,0 0,0 0,8 44,-8-44,0 0,0 0,0 0,5 59,-5-59,0 0,0 0,4 70,-4-70,0 0,3 72,-3-72,0 79,-7 27,7-106,0 0,0 0,-22 132,22-132,-25 143,25-143,-32 139,-4-24,4-26,32-89,-33 72,-2-13,35-59,0 0,-46 41,-3-18,-3-14,11-12,41 3,-36-18,7-11,29 29,-20-42,18-3,10-2,11-1,16-3,9-4,8-5,21-12,1-11,-15 5</inkml:trace>
  <inkml:trace contextRef="#ctx0" brushRef="#br0">12486 3180,'0'0,"0"0,-5-8,-3 2,1-1,6 5,2 4,-1-2,0 13,2 20,4 18,6 4,2 6,-3 6,1 5,-5-1,-4 7,-2 11,1-8,0-10,-2-71,0 56,0-56,0 55,0-55,-4 60,4-60,0 0,0 0,-6 71</inkml:trace>
  <inkml:trace contextRef="#ctx0" brushRef="#br0">12593 3138,'0'0,"19"-16,5 1,12-5,10 5,-5 6,-41 9,47-1,-1 8,-46-7,46 18,-46-18,38 35,-38-35,30 50,-30-50,19 58,-13 6,-12-3,-10-3,-6-4,-3 1,-13-3,-5-5,-7-1,50-46,-53 42,53-42,0 0,0 0,-55 33,55-33,0 0,0 0,-46 26,46-26,0 0,-22 27,22-27,0 18,14 6,12 1,2 1,10 8,3 1,3-4,4 3,1 0,-5 1,-44-35,46 34,-3-3</inkml:trace>
  <inkml:trace contextRef="#ctx0" brushRef="#br0">13481 3710,'0'0,"15"-4,13-1,19-1,4-1,1-1,-52 8,64-9,-64 9,77-7,15 5,-11 4,-81-2,0 0,0 0,66 5,-19 4</inkml:trace>
  <inkml:trace contextRef="#ctx0" brushRef="#br0">14016 3539,'0'0,"0"0,0 0,0 0,10 0,17 0,6 0,-2 16,-10 5,-4 6,-11 2,2 8,-3 4,-5-41,-5 52,-8 4,13-56,-26 56,-9-8,35-48,-59 44</inkml:trace>
  <inkml:trace contextRef="#ctx0" brushRef="#br0">14671 3341,'0'0,"0"0,0 0,9 2,13 16,16 7,2 14,7 3,4 10,4 1,5 10,0 8,-60-71,48 65,-11-4,-9-14,-8-14,-6-7,-8-4,-2-11</inkml:trace>
  <inkml:trace contextRef="#ctx0" brushRef="#br0">15066 3449,'0'0,"0"0,-13 3,-12 8,-12 12,9 5,3 14,-4 11,-2 9,4 13,-10 19,1 9,3-14,4-28,3-29</inkml:trace>
  <inkml:trace contextRef="#ctx0" brushRef="#br0">15421 3782,'17'-8,"11"-2,8-3,4 8,-7 12,-5 11,-17 12,-6 4,-6 10,-11 3,-5 9,-5 3,-7 2,29-61,-36 59,0-4,3-8,4-14,13-5,2-12,9-3,5-4,5-2,11 0,6-2,14-2,7-3,12-3,9-4,-3-3,3-4</inkml:trace>
  <inkml:trace contextRef="#ctx0" brushRef="#br0">16125 3588,'0'0,"0"0,0 0,0 13,0 21,0 20,2 10,-2-64,11 79,-11-79,14 114,-14-114,16 117,-16-117,6 114,-6-114,0 0,-9 75,-23-40</inkml:trace>
  <inkml:trace contextRef="#ctx0" brushRef="#br0">16117 3578,'0'0,"0"0,0 0,10-6,12-5,5-5,1 7,-2 4,-1 8,-2 2,-3 12,-2 3,-5 13,-5 3,-13 7,-3 11,-8 0,16-54,0 0,-42 47</inkml:trace>
  <inkml:trace contextRef="#ctx0" brushRef="#br0">16456 3559,'0'0,"0"0,0 0,0 0,0 13,0 16,0 19,7 4,9 0,-16-52,24 46,-24-46,0 0,28 30,-28-30,34 11,-6-19,-10-8,-3-5,-5-10,-2-1,1 1,-7 1,-1 5,3 5,-4 5,1 5,1 5,-2 10,5 6,-1 12,2 9,-6-32,12 43,-12-43,0 0,0 0,22 52,-22-52,0 0,25 39</inkml:trace>
  <inkml:trace contextRef="#ctx0" brushRef="#br0">16878 3377,'0'0,"0"0,1 12,11 18,3 20,0 6,0-3,0 11,-15-64,10 68,-5-2,-6-12,-4-13,5-41,0 0,-3 20,3-20,-9-3,2-17,7-11,5-5,7-5,4-5,10 6,4 4,0 9,-30 27,33-16,-33 16,31 1,-31-1,30 21,-8 13,-4 16,-10 0,-17-2,-9-5,-12-6,-11-4,-8-8,-8-5</inkml:trace>
  <inkml:trace contextRef="#ctx0" brushRef="#br0">16256 4396,'0'0,"0"0,0 0,0 0,0 0,2 18,9 24,1 19,1 6,-1-5,-12-62,10 66,2 4,-4-5,-4-15,-2-13,-2-11</inkml:trace>
  <inkml:trace contextRef="#ctx0" brushRef="#br0">16626 4419,'0'0,"-15"5,-6 8,-12 10,-2 7,2 6,0 2,33-38,0 0,-33 43,33-43,0 0,0 0,-18 46,18-46,-8 46,8-46,0 0,19 38,-19-38,40 34,-40-34,0 0,49 26,-49-26,64 38</inkml:trace>
  <inkml:trace contextRef="#ctx0" brushRef="#br0">16758 4821,'0'0,"0"0,0 0,8-11,9-6,6-5,-2 4,1-3,5 5,-10 2,-1-3,-3 3,-4 3,-4 0,-6-1,-7 4,-10-2,-4 4,-2 5,-4 2,3 7,1 1,4 3,5 1,6 11,-4 0,13 5,13 5,-1 0,6 3,6 0,3-9,-1-8,1-8,-3-8,4-11,2-12,-7-11,0-11</inkml:trace>
  <inkml:trace contextRef="#ctx0" brushRef="#br0">17061 4519,'0'0,"0"0,0 0,0 0,0 0,0 0,2 15,13 11,1 6,8-7,-5-5,5-4,-2-2,1-5,-3-3,-1-6,-3-3,-2-9,-6-9,0-4,-4-3,-2-1,-2 1,-2-2,-1 5,2 6,1 4,1 8,4 9,-1 8,3 9,-1 13,-3 10,1 18,-4 6,0-66,-4 82,-5 25,-12 17,21-124,-31 113,-2-19,-7-23,8-26,10-21,0-15,22-9,-14 2,14-2,-15-11,0-13,12-5,4-2,14-5,13-13,13 0,19-3,27-13,29-9,16 9,-2-1,-16 1</inkml:trace>
  <inkml:trace contextRef="#ctx0" brushRef="#br0">30196 905,'0'0,"0"0,0 0,-5-8,0 0,-11-7,-8 8,-9 7,-2 7,-4 5,3 8,-1 5,2 3,35-28,-38 33,38-33,-42 40,42-40,-35 49,5-4,8-7,9-6,13-32,0 0,0 0,5 20,-5-20,19 15,-19-15,36 11,-36-11,51 9,-51-9,68 13,-68-13,69 18,-69-18,70 28,7 17,-15 7,-14-2,-48-50,28 43,-28-43,14 50,-9 7,-5-57,-10 59,10-59,-22 54,-13-2,-9-10,3-6,-2-13,-2-4,0-8,1-8,3-6,8-2,6-7,27 12,-17-19,7-9,5-5,7-6</inkml:trace>
  <inkml:trace contextRef="#ctx0" brushRef="#br0">30920 891,'0'0,"0"0,0 0,0 0,0 0,0 0,8 0,14 1,6 13,0 8,-2 12,2 2,4 14,1 8,3 0,1 1,-37-59,43 53,-43-53,0 0,0 0,44 36,-44-36,39 18</inkml:trace>
  <inkml:trace contextRef="#ctx0" brushRef="#br0">31283 782,'0'0,"0"0,0 0,-12 2,-6 11,-4 10,0 7,4 1,-2 12,-2 19,1 5,2 11,-3 22,3 13,0-13,19-100,0 0,-9 77,4-35,8-25</inkml:trace>
  <inkml:trace contextRef="#ctx0" brushRef="#br0">31538 982,'0'0,"0"0,0 0,0 15,0 19,0 17,6 14,8 2,4 0,-18-67,17 63,-3-5,-3-3</inkml:trace>
  <inkml:trace contextRef="#ctx0" brushRef="#br0">31021 1906,'0'0,"0"0,0 0,0 0,0 14,0 22,6 25,8 13,8 22,4 4,1 2,-27-102,20 92,-20-92,0 0,0 0,3 82</inkml:trace>
  <inkml:trace contextRef="#ctx0" brushRef="#br0">31024 2035,'0'-23,"0"-6,8-8,1 11,7 4,3 13,1 6,-2 5,3 8,-3 12,0 9,-1 7,-1 19,-5 3,-11-60,3 63,-3-63,0 0,0 0,-9 56,-4-15,0-20</inkml:trace>
  <inkml:trace contextRef="#ctx0" brushRef="#br0">31318 2023,'0'0,"0"0,0 0,0 12,0 10,0 12,6 1,7 1,0-2,3-9,-1-7,1-7,5-4,-1-7,2-7,2-6,-7-10,-4-4,-5-3,-4 1,-4-1,-1 5,1 3,0 6,-3 7,3 6,4 8,3 11,6 7,2 11,-15-34,0 0,0 0,22 38,4 8</inkml:trace>
  <inkml:trace contextRef="#ctx0" brushRef="#br0">31696 1706,'0'0,"0"0,0 0,0 11,6 17,3 15,1 8,-5 11,10 7,-15-69,13 69,1-2,-2-9,-3-12,-6-17,2-8,-5-12,0-9,0 0,0 0,0-14,0 14,3-32,2-11,6-11,3 6,-1 12,-2 8,1 12,-12 16,0 0,13-2,-13 2,16 16,-16-16,11 34,-4 9,-4 12,-8-8,5-47,-11 46,11-46,-21 36,-2-13,23-23,-18-2,10-19,5-13</inkml:trace>
  <inkml:trace contextRef="#ctx0" brushRef="#br0">32202 1616,'0'0,"0"0,0 0,0 9,0 10,0 9,0 9,0 6,6 5,7 8,2 2,3 1,1 10,-19-69,13 70,-13-70,12 75</inkml:trace>
  <inkml:trace contextRef="#ctx0" brushRef="#br0">32434 1672,'0'0,"0"0,0 0,0 0,-14 3,-11 14,-7 13,5 12,-1 4,28-46,-22 49,22-49,0 0,-20 51,20-51,0 0,0 0,-7 57,7-57,0 0,14 50,-14-50,33 34,-33-34,51 16,-51-16,58 4,-58-4,0 0,0 0,59-9,-5-7</inkml:trace>
  <inkml:trace contextRef="#ctx0" brushRef="#br0">32638 1987,'0'0,"0"0,0 0,0 0,0 0,8-4,14-1,3-6,-2-3,-8-3,-5-2,0 0,-9-3,-1-3,-1 5,-9-1,-3 3,-4 6,-1 2,1 4,0 6,6 8,3 6,-3 6,6 10,2 4,6-1,0 1,5 1,5-1,4-5,2-4,3-7,2-7,-2-6,-1-12,-1-9,-2-7,-3-2</inkml:trace>
  <inkml:trace contextRef="#ctx0" brushRef="#br0">32863 1610,'0'0,"0"0,0 0,0 0,0 12,0 16,9 14,7 5,4 2,-20-49,28 45,-28-45,0 0,0 0,26 37,1-19,-11-20,-10-11,-6-4,-3-8,1-3,-4 1,2 1,-1 2,5 8,3 8,3 6,2 8,3 10,-3 14,6 16,-7 19,2 8,-3 1,-6-74,0 100,-7 9,-6-9,-6-25,0-17,-3-15,0-5,-3-4,-3-8,5-16,23-10,-24-2,5-16,5-13,12-11,10-13,19-6,16-2,34-15,29-4,18 9,7 12</inkml:trace>
  <inkml:trace contextRef="#ctx0" brushRef="#br0">26556 12387,'1'-10,"1"-7,7-6,7-2,11 9,-27 16,30-14,-1 3,5 2,1 20,-5 12,-30-23,38 43,-11-16,-2-10,-9-7,-6-1,-1-18,-9 9,0 0,0 0,0-27,0 27,0 0,0 0,-1-36,-7 3,8 33,-12-10,-10 12,-13 21,35-23,-28 15,8-1,4-1</inkml:trace>
  <inkml:trace contextRef="#ctx0" brushRef="#br0">29452 11639,'0'0,"0"0,0 0,0 0,0 0,0 0,0 0,0 0,0 0,0 0,0 0,-3-7,0 1,-2 2,2-2,1-4,-4 0,-5-3,5 5,-1 1,2 5,2-2,-3 4,2-2,-3-2,-3 4,0 0,-5 0,-5 0,7 0,5 0,-1 0,-4 0,-1 0,0 0,2 4,0-2,2 2,2 1,-12-5,20 0,0 0,0 0,-20 0,20 0,0 0,-32 2,32-2,-38 2,-13-1,7 3,6-2,0-1,11-1,27 0,-32 0,32 0,0 0,-39 0,-18 0,3 0,54 0,0 0,-60 0,-2 0,62 0,0 0,-63 0,2 0,61 0,-65 0,0 0,65 0,-63 0,-3 0,66 0,0 0,-64 0,64 0,-69-1,69 1,-76-2,-19-5,24 2,-31-3,204 16,-292-21,138 6,-53-15</inkml:trace>
  <inkml:trace contextRef="#ctx0" brushRef="#br0">33103 12106,'0'0,"0"-24,0 24,0 0,0 0,0 0,3-28,-3 28,0 0,0 0,5-34,-5 34,0 0,22-13,-22 13,14-10,0-1,-14 11,0 0,0 0,0 0,0 0,0 0,0 0,0 0,0 0,0 0,0 0,0 0,0 0,0 0,0 0,0 0,0 0,0 0,0 0,0 0,0 0,0 0,0 0,0 0,0 0,0 0,0 0,0 0,0 0,0 0,0 0,0 0,10-13,-10 13,0 0,0 0,0 0,0 0,0 0,0 0,0 0,0 0,0 0,0 0,0 0,0 0,0 0,0 0,0 0,0 0,0 0,0 0,0 0,0 0,0 0,0 0,0 0,0 0,0 0,0 0,0 0,0 0,0 0,0 0,3-8,-3 8,0 0,0 0,0 0,0 0,0 0,0 0,0 0,0 0,0 0,0 0,2-9,-2 9,0 0,0 0,0 0,0 0,0 0,0 0,0 0,0 0,0 0,0 0,0 0,0 0,0 0,0 0,0 0,0 0,0 0,0 0,0 0,0 0,0 0,0 0,0 0,0 0,0 0,0 0,0 0,0 0,0 0,3-9,-3 9,0 0,0 0,0 0,0 0,0 0,0 0,0 0,0 0,0 0,0 0,0 0,0 0,0 0,0 0,0 0,0 0,0 0,0 0,0 0,0 0,0 0,0 0,0 0,0 0,0 0,0 0,0 0,0 0,12-11,-12 11,0 0,0 0,0 0,0 0,0 0,0 0,0 0,0 0,0 0,0 0,0 0,0 0,0 0,0 0,12-10,-12 10,0 0,0 0,0 0,0 0,0 0,0 0,0 0,0 0,0 0,0 0,0 0,0 0,0 0,0 0,0 0,0 0,0 0,0 0,0 0,0 0,0 0,0 0,0 0,0 0,0 0,0 0,11-9,-11 9,0 0,0 0,0 0,0 0,0 0,0 0,0 0,0 0,0 0,0 0,0 0,0 0,0 0,0 0,0 0,0 0,0 0,0 0,0 0,0 0,0 0,0 0,0 0,0 0,0 0,9-8,-9 8,0 0,0 0,0 0,0 0,0 0,0 0,0 0,0 0,0 0,0 0,0 0,0 0,0 0,0 0,0 0,0 0,0 0,0 0,0 0,0 0,7-12,-7 12,0 0,0 0,0 0,0 0,0 0,0 0,0 0,0 0,0 0,0 0,0 0,0 0,0 0,0 0,0 0,0 0,0 0,0 0,0 0,0 0,0 0,0 0,0 0,0-8,0 8,0 0,0 0,0 0,0 0,0 0,0 0,0 0,0 0,0 0,0 0,0 0,0 0,0 0,0 0,0 0,0 0,0 0,0 0,0 0,0 0,0 0,0 0,-2-7,2 7,0 0,0 0,0 0,0 0,0 0,0 0,0 0,0 0,0 0,0 0,0 0,0 0,0 0,0 0,0 0,0 0,0 0,0 0,0 0,0 0,0 0,-5-6,5 6,0 0,-2-6,2 6,0 0,0 0,0 0,0 0,0 0,0 0,0 0,0 0,0 0,0 0,0 0,0 0,0 0,0 0,0 0,0 0,0 0,0 0,0 0,-1-6,1 6,0 0,0 0,0 0,0 0,0 0,0 0,0 0,0 0,0 0,0 0,0 0,0 0,0 0,0 0,0 0,0 0,0 0,0 0,-3-8,3 8,0 0,0 0,0 0,0 0,0 0,0 0,0 0,0 0,0 0,0 0,0 0,0 0,0 0,0 0,0 0,0 0,0 0,-3-7,3 7,0 0,0 0,0 0,0 0,0 0,0 0,0 0,0 0,0 0,0 0,0 0,0 0,0 0,0-5,0 5,0 0,0 0,0 0,0 0,0 0,0 0,0 0,0 0,0 0,0 0,0 0,0 0,0 0,0 0,0 0,0-4,0 4,0 0,0 0,0 0,0 0,0 0,0 0,0 0,0 0,0 0,0 0,0 0,0 0,0 0,0 0,-3-1,3 1,0 0,0 0,0 0,0 0,0 0,0 0,0 0,0 0,0 0,0 0,0 0,0 0,0 0,0-3,0 3,0 0,0 0,0 0,0 0,0 0,0 0,0 0,0 0,0 0,0 0,0 0,0 0,0 0,0 0,0 0,0 0,0 0,0 0,0 0,0 0,0 0,0 0,0 0,0 0,3 0,-3 0,0 0,0 0,0 0,0 0,0 0,0 0,0 0,0 0,0 0,0 0,3 4,-3-4,0 0,0 0,0 0,0 0,0 0,0 0,0 0,0 0,0 0,3 4,-3-4,0 0,0 0,0 0,0 0,0 0,0 0,0 0,0 0,-3 3,3-3,0 0,0 0,0 0,0 0,0 0,0 0,0 0,0 5,0-5,0 0,0 0,0 0,0 0,0 0,0 0,-3 2,3-2,0 0,0 0,0 0,0 0,0 0,-5 0,5 0,0 0,0 0,0 0,0 0,-13 5,13-5,0 0,0 0,0 0,-18 6,18-6,0 0,0 0,-15 21,15-21,0 0,-12 43,12-43</inkml:trace>
  <inkml:trace contextRef="#ctx0" brushRef="#br0">30988 12539,'-5'-57,"-6"-20,-2-55,2-9,3-8,-1-19,-1 19,7 9,5 7,4 5,2 10,8 10,-2 11,3 7,-4 4,-4 9,-9 77,7-79,2 9,-1 9,8 10</inkml:trace>
  <inkml:trace contextRef="#ctx0" brushRef="#br0">31623 2545,'0'0,"0"0,0 0,0 0,3-12,7-1,2-7,1 8,-2 5,3 6,-1 1,-4 0,1-5,-2 0,4 2,-7 2,-2 1,-1 0</inkml:trace>
  <inkml:trace contextRef="#ctx0" brushRef="#br0">24736 2162,'0'0,"0"0,0 0,0 0,-6 0,-3-5,-4 4,1-4,1 0,-3 5,-2-2,0 2,-2 0,0 0,-1 0,3 0,1 0,2-3,-6 6,1-3,3 0,-1 0,0 0,16 0,-24 0,24 0,0 0,-26 0,26 0,0 0,0 0,-42-3,-7 1,-3 2,12-2,40 2,0 0,-44 0,44 0,0 0,0 0,-44-2,44 2,0 0,-49-7,5-1,-2 0,46 8,0 0,0 0,-40-6,40 6,0 0,0 0,-47-8,1-1,46 9,0 0,0 0,-49-8,49 8,0 0,-51-8,-1 5,52 3,0 0,0 0,-52-6,52 6,-48-2,6 2,7-2,12 2,3 0,20 0,0 0,0 0,-22 0,22 0,-28 2,0 3,2-1,26-4,0 0,0 0,-25 5,25-5,-29 6,-2-1,5-1,6-4,5 0</inkml:trace>
  <inkml:trace contextRef="#ctx0" brushRef="#br0">23216 2157,'0'0,"0"0,0 0,0 0,0 0,0 0,0 0,0 0,0 0,0 0,0 0,0 0,0 0,0 0,0 0,0 0,0 0,0 0,0 0,0 0,0 0,0 0,0 0,0 0,0 7,0 9,0 10,0 0,0 4,2 2,-2 4,0 5,0-41,-2 51,-7 8,1 4,2-4,6-59,-3 64,-4 2,-4 2,11-68,-6 69,1-1,5-68,-8 81,8-81,-11 102,-2 12,13-114,-11 101,2-18,1-18,8-65,0 0,-8 50,6-8,2-42,0 0,12 50</inkml:trace>
  <inkml:trace contextRef="#ctx0" brushRef="#br0">28077 9812,'0'0,"-16"16,6 11,-7 8,-2 3</inkml:trace>
  <inkml:trace contextRef="#ctx0" brushRef="#br0">30013 6552,'0'0,"0"0,0 0,0 0,0 0,0 0,0 0,0 0,2 0,9 0,4 0,3-3,4 0,-4-2,1 0,3 5,0-1,2-1,-2-2,0 1,-3-1,-19 4,25-2,-25 2,35-4,-35 4,44-6,10-4,2 1,-6 1,-50 8,51-7,-51 7,57-13,1 2,-58 11,64-14,-1 5,-63 9,71-11,-3 0,-68 11,71-12,-71 12,76-18,22-2,-98 20,103-21,-10 8,-19 0,-9 3,-65 10,52-5,-52 5,57-7,-57 7,65-10,4-1,-4 0,-65 11,62-11,-62 11,63-12,-63 12,70-13,-70 13,71-14,-71 14,71-11,-71 11,66-10,-66 10,0 0,67-12,-7 4,-12 2,-15 0,-13 3,-6 2,-2 1,-6-3,-1 3,1-1,-5 1,1 0,1 0,-1 0,-2 0,0 0,0 0,0 0,0 0,0 0,0 0,-7-3,-10 1</inkml:trace>
  <inkml:trace contextRef="#ctx0" brushRef="#br0">29636 4453,'0'0,"0"0,0 0,0 0,0 0,0 0,11 0,6 0,10 0,-3 0,-2 0,3 0,4-3,6 0,-4-2,-1 0,-3 4,-27 1,35-7,1 2,-36 5,0 0,46-10,6 5,5-8,-57 13,56-6,2 2,-1-3,-57 7,0 0,58-10,9 3,-67 7,72-6,-2 0,-70 6,73-10,-73 10,74-9,24-8,-98 17,103-14,-5-2,-98 16,85-17,-85 17,76-12,0-1,-76 13,0 0,79-8,-79 8,86-12,-86 12,88-13,-88 13,93-17,-9-3,-7 3,-77 17,78-17,1 6,-79 11,79-9,-79 9,76-16,3 0,-5 2,-24 5,-10-2,-40 11,43-11,-43 11,45-9,-45 9,47-14,-4 2,-43 12,0 0,0 0,37-10,-37 10,29-8</inkml:trace>
  <inkml:trace contextRef="#ctx0" brushRef="#br0">22864 4005,'0'0,"0"0,0 0,0 0,0 0,0 0,0 0,0 0,0 0,0 0,0 0,0 0,0 0,0 0,0 0,0 0,0 0,0 0,0 0,0 0,0 0,0 0,0 0,-5-5,0 1,-1-5,-2 2,2-1,4 2,-2-3,2 1,0-3,2 5,-3-4,2 0,-1 0,0 1,-3-2,1 0,-1-3,-3 0,2 0,-1-3,3 1,2-1,-4-2,6 19,0 0,-3-25,3 25,0 0,-5-32,5 32,0 0,-6-44,-1-16,-3 4,10 56,-9-54,9 54,0 0,-8-55,-4-4,4 5,8 54,-10-50,10 50,0 0,-14-52,2-6,12 58,0 0,-16-56,8 2,-5 2,13 52,0 0,-11-50,11 50,-12-51,12 51,0 0,-13-57,-6 5,3 2,16 50,0 0,-14-44,-2 2,3 2,13 40,-16-38,16 38,-14-37,2 4,12 33,0 0,-13-30,4 1,-3 0,0 6,12 23,0 0,0 0,-11-23,-2-4,2 2,11 25,0 0,0 0,-10-25,10 25,-17-25,3 0,-3 2,17 23,-15-23,-4 5,-3 0,6 2,-1 2,17 14,0 0,-21-11,21 11,0 0,-30-7,-7 0,-1 3,38 4,0 0,0 0,-50-2,2-1,-3 1,51 2,0 0,-48-2,48 2,-48 0,-2-3,50 3,0 0,-49-4,49 4,-50-2,50 2,0 0,-56-3,56 3,-57 5,57-5,0 0,0 0,-63 2,1 5,7-5,55-2,0 0,-50 5,2-1,1 1,47-5,-45 9,6 5,39-14,0 0,0 0,-38 13,2-1,36-12,0 0,-21 0</inkml:trace>
  <inkml:trace contextRef="#ctx0" brushRef="#br0">21281 1981,'0'0,"0"0,0 0,0 0,0 0,-11 0,-13 0,-7 6,-4 5,6 3,12 5,4-6,-1 0,5 0,2-2,1 2,3-4,3 2,3-2,0 3,8-1,3 0,2-1,5 0,4 2,2 2,8-1,-4 6,-31-19,0 0,24 25</inkml:trace>
  <inkml:trace contextRef="#ctx0" brushRef="#br0">20781 2460,'0'0,"0"0,0 0,-9-5,4-2,-4-3</inkml:trace>
  <inkml:trace contextRef="#ctx0" brushRef="#br0">26167 11867,'1'-8,"-1"8,0 0,3-20,5-2,2-3,7 5,-2 3,-3 2,-1 5,6 5,-2 2,9 13,-6 4,-5-4,-2-7,5-1</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traceFormat>
        <inkml:channelProperties>
          <inkml:channelProperty channel="X" name="resolution" value="1612.54919" units="1/cm"/>
          <inkml:channelProperty channel="Y" name="resolution" value="2150.06567" units="1/cm"/>
        </inkml:channelProperties>
      </inkml:inkSource>
      <inkml:timestamp xml:id="ts0" timeString="2024-10-21T05:51:09"/>
    </inkml:context>
    <inkml:brush xml:id="br0">
      <inkml:brushProperty name="width" value="0.05292" units="cm"/>
      <inkml:brushProperty name="height" value="0.05292" units="cm"/>
      <inkml:brushProperty name="color" value="#ff0000"/>
    </inkml:brush>
  </inkml:definitions>
  <inkml:trace contextRef="#ctx0" brushRef="#br0">27724 2298,'0'0,"-6"21,-2 23,-6 34,4 31,20 22,15 14,30 30,10 11,-2-18,-6-30,-15-20,-6-20,-6-11,-5-7,-6-13,-9-19,-7-12,-6-13,-5-17,-11-10,-11-13,-7-22,-21-28,-20-46,-17-50,7-44,24-14,39 28,25 37,10 19,5 23,-2 16,6 17,-1 16,-6 28,-2 9,1 14,3 10,2 13,9 14,9 16,19 25,26 33,19 26,3 0,-17-18,-21-24,-63-81,51 69,-10-15,-13-20,-10-16,-18-18,16 0,-3-21,1-24,5-23,-19 68,30-68,3 15,5 33,-2 34,-1 31,0 22,-35-67,0 0,43 94,-43-94,45 84,-45-84,0 0,38 39,-38-39,0 0,0 0,27 6,-10-1,-10 9,-6 6,-9 7,8-27,-22 25,-14 0,-19-2,-9-10,-10-1,-3-7,-34 4,-17 11,-2 9,12 14,12 4,106-47,-92 41,3-15,23-26,28-23,14-18,12-18,18-13,21-3,25-6,23 14,24 27,24 28,37 25,44 21,0 5,-24-14,-39-23,-32-13,-109 11,76-18,-16-4,-19 1,-13-1,-5-1,-3-2,-1-9,8-18,3-20,21-35,33-35,23-2,14 29,-13 37,-108 78,90-40,-33 22,-22 13,-16 5,-19 0,19 2,2-6,7-10,12-20,13-20,25-40,22-24,-7 8,-93 110,0 0,0 0,82-82,-82 82,0 0,0 0,57-45,-19 19,-1 5,0-2,6-11,3-12</inkml:trace>
  <inkml:trace contextRef="#ctx0" brushRef="#br0">27103 1714,'0'0,"0"20,0 13,0 20,0-1,0-52,0 64,0-64,0 81,0 30,0 0,5-11,1 5,0-1,2 11,-5 9,0 6,-3 8,0 1,2 13,6 1,6-14,-3-11,5-7,-3 4,5-1,-3 1,5-5,-2-11,-18-109,17 95,-17-95,11 78</inkml:trace>
  <inkml:trace contextRef="#ctx0" brushRef="#br0">27362 1770,'0'0,"0"-18,0-9,0-12,9 1,9 6,4 4,0 6,-22 22,30-20,8-1,19-6,3 4,2 5,6-1,3 2,8-4,32-3,17-6,1-4,-2 3,-9-2,-2 4,-4-1,8 1,4 0,2 1,2 1,8-1,4-3,0 5,-4-2,5 4,-8-2,-10 2,5-2,-5 4,-2 0,-8 3,-13 5,-5 0,-13 5,-82 9,78-6,2 1,-80 5,79 3,-79-3,71 8,-17 6,-54-14,43 20,-43-20,38 34,-38-34,30 47,-7 16,-23-63,12 71,-11 7,-1 19,-1 7,-4-7,-5-3,-4-4,3 1,-5 9,-1 9,2 0,3-1,1-3,3-1,-5 0,5-1,-7-7,2 1,-4-2,1-10,-3 1,0-6,-7-3,3-4,1-4,-1-16,3-10,-5 0,-2 0,-8-2,-5-1,-8-3,-5-4,-5 2,-12-4,-17 8,-17-1,-13-3,-5 1,-6 0,-2 3,-3-3,-9 5,-1-1,-2 4,0-2,7 0,-2-1,7 1,-3 0,3-5,2 2,12-1,2-1,4-6,7-1,1 2,7-1,8 1,9-7,81-25,-85 23,-5-3,90-20,-93 22,93-22,-97 22,-1-3,98-19,-106 14</inkml:trace>
  <inkml:trace contextRef="#ctx0" brushRef="#br0">28191 15869,'0'0,"0"0,0 0,0 0,0 0,-5-17,0-16,-3-23,2 3,1 3</inkml:trace>
  <inkml:trace contextRef="#ctx0" brushRef="#br0">28158 15552,'0'3,"-9"-1,9-2,-6 5,0-2,4-2,2 3,2-8,2 0,4-9,10-14,-4-19,-3 19,-2 9</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448 1021,'2'0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1770 72,'-172'331,"155"-279,-18 18,1 0,-1-18,1 18,0 17,-18 0,18 0,-1-17,-16 17,16 0,-16-17,33-1,-16-16</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1138 79,'111'399,"-111"-296,16 1,0-34,-16 16,0-16,0-18,0 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1116 158,'481'-40,"-430"40,35 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1220 64,'-16'367,"1"-297,15-1,0-16,-16 17,16 0,-16-1,16 1,-16 0,16 0,-15 0,15 17,-16 18,16-18,0-17,0 17,-16 1,16-1,0-34</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1269 236,'454'-123,"-384"123,34-17,19-1,-1 18,-17-17,-18 17,-17 0,0 0,17 0,-35 0,18 17,-17 18,-18 35,-35 0,0 0,0 0,-18 0,18 35,0 0,0 0,0-18,0-17,0 0,0 0,0 0,0-18,0 0,0 18,0 0,0 0,-17-17,17 17,-18-18,-17 18,-17-35,-35-18,17 1,17-18,-17 17,1 1,-1-18,-18 17,-16 1,16-1,1-17,-18 18,0-1,1 1,16-1,-17-17,18 18,35-18,-1 0,1 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1764 57,'59'330,"-59"-243,-15 0,15-1,-14 19,-1-1,15-35,-15 18,15-17,-15-18</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1880 283,'328'-226,"-276"226,0 0,0 17,17 1,-35 34,1 0,-53 0,-16 0,-35 18,17-18,0-18,-51 19,34-1,0-18,120 1,36-17,-18-1,-17 0,-1 35,-16 18,-1-18,-34 17,0-16,-69 33,18-51,-19-17,1 16,-17-16,-35-18,35 0,17 0,17-35</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1751 51,'0'349,"0"-245,13 1,-13-1,0-16,0-1,-13 0,13 0,-14 0,14 0,0 1,-13-1,13-17</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1883 198,'454'-122,"-349"122,35-18,-18 18,-17 0,-18-17,1 17,-18 0,17 0,-17 0,-18 0,18 0,-17 0,-1 17,1 1,17 34,-53 18,1-17,-18 34,-18-35,18 18,-17 0,-1 0,1 0,-1-1,18 1,-17 35,-1 17,18-17,0-18,18 18,-18-53,0 1,-18 17,1-18,-36-17,-52 0,36-18,-19 1,-34-1,34-17,-16 18,16-18,-17 0,18-18,17 18,-17 0,17-17,-18 17,18-18,-17 18,0 0,17 18,-18-18,18 17,18 1</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1409 270,'-9'349,"9"-279,0 17,0 18,0-18,0 17,9-16,-9-19,0 19,0-1,0-17,0 17,0 0,0-17,0 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1395 306,'525'-35,"-437"35,-1 0,-17 0,0 0,-17 0,17 0,0 17,0-17,17 0,18 0,18 0,-36 0,18 0,-17 0,17 18,-18-18,-17 17,0 1,-17 52,-53-18,0 18,0 17,-18 18,1 17,-1 0,18 0,0-35,0-17,0 0,0-18,0 1,18-1,-18 0,0 18,-18-17,1-1,-36 0,-34-17,17-17,0-18,-18 0,-17 0,-35 0,35 0,0 0,18-18,-18 18,35 0,-18 0,18-17,-17 17,-1 0,18-18,0 18,-17 0,-1-17,36-1</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1444 298,'9'415,"-9"-328,0-1,0-16,0-1,0-17,0 0,0 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1437 335,'448'-40,"-362"40,0 0,-34 13,0-13</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1443 329,'446'-9,"-378"9,1 9</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1445 343,'530'9</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1100 199,'24'326,"-24"-240,0 0,0-18,0-16</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1101 202,'2'0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1127 195,'0'355,"68"-338,-18-51,18-33,-34-1,-17 17,0 0,-34 1,0 117,17 1,34-17,16 16,18-16</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1148 186,'45'377,"-29"-326,-1 0,0 18</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1147 199,'2'0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1098 203,'2'0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1098 257,'2'0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1098 203,'2'0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1149 207,'2'0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1380 187,'-131'343,"115"-275,0-16,-1 16,1-16</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1196 186,'200'341,"-167"-273,0-17</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1188 209,'2'0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1098 203,'2'0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1295 233,'492'49,"-439"-49,35 0,0 0,0 0,0 0,0-16,0 16,-1 0,1-17,0 17,0 0,-17-16,16 16,1 0,-17 0,17 0,0-16,-18 16,18 0,0 0,0 0,17 0,1-16,-36 16,18 0,-18-17,18 17,-18 0,18-16,0 16,0 0,0 0,0 0,-18-16,18 16,0 0,-17 0,16-16,1 16,0 0,0 0,0 0,-18-17,18 17,-17 0,17-16,-18 16,18 0,-18 0,1 0,-19 0,36 0,18 0,17 16,-18-16,1 0,-36 17,0-17</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1577 98,'2'0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1397 801,'87'-329,"-70"260,-17 17,18-34,17 17,-1 17,1 0,18 17,-1 53,-35 51,1-17,-1 17,0 0,1-17,-18 17,17 0,-17 0,18 0,-18 18,17-18,-17-17,52-87,-17-51,-18-1,18 1,-35 34,18-17,-1 17,1-17,-1 17,18 0,0-34,52 34,0 0,0 52,-18 35,1 51,-53-34,1 0,-1 17,1 0,-1 0,0 18,1 16,17-16</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850 169,'-27'384,"27"-296,0 17,-13-18,13 18,0-18,0-17,13 18,-13-1,14 18,-14 0,0-18,0 1,0-1,0-17,0 17,0-17,13-17</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1056 178,'456'-17,"-386"17,18 0,-18 17,18-17,-1 18,1-18,17 17,-17-17,17 18,-17-1,17 1,1-18,-1 17,-17 1,17-18,-17 17,-1 1,1-1,-18 1,18-1,-18-17,0 18,-17-18,-1 17,19 1,-19-18,1 34,0-16,-1 34,-17 1,-17-1,-18 36,0-19,0 1,0 18,0 34,17 0,1-17,-18 0,17-18,-17-17,0-17,0-1,-17 0,-1 1,-34-18,-36 0,35-18,-17-17,18 0,-36 0,-17 0,-18-17,0 17,18 0,-1 0,19 0,-19 0,19 0,-1 0,0 0,-17 17,0-17,-1 0,19 18,-19-18,19 0,-1 0,0 17,1-17,-1 0,0 0,0 0,1 0,17 0,-18 0,18 18,-18-18,18 0,-18-18</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684 188,'-16'383,"32"-314,-16 1,16 0,0-1,0 36,0 17,-1-35,1 0,-16-18,16-17,0 1</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666 367,'414'-190,"-363"190,36 17,-36 18,18 51,-51-34,-1 17,-17-17,-17 0,-18 0,18 0,-35 0,0 0,1 0,-18 17,-17 0,-18-17,35-18,0-16</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722 168,'15'383,"0"-278,-15-36,15 1,-15 17,0 0,0 18,14-1,-14-17,0 0,0-17,15-18,-30 1</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11-11T12:07:50"/>
    </inkml:context>
    <inkml:brush xml:id="br0">
      <inkml:brushProperty name="width" value="0.05292" units="cm"/>
      <inkml:brushProperty name="height" value="0.05292" units="cm"/>
      <inkml:brushProperty name="color" value="#ff0000"/>
    </inkml:brush>
  </inkml:definitions>
  <inkml:trace contextRef="#ctx0" brushRef="#br0">1155 183,'-295'276,"244"-241,-19 34,53 0,52-17,17-35,17 17,0-16,-17-1,0 0,0-17,17 17,0 1,-17 16,17-17,1 1,-18-1,17 17,-17-16</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339 38,'-5'20,"5"-16,0 0,0 0,0 2,0 1,0 0,0-1,0-1,0 0,0-1,0 1,0-1,0 0,0-1,1 0,0 1</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334 54,'19'13,"-16"-11,0 0,0 0,-1 1,1-1,0 0,0 0,0 1,0 0,2 2,-2-2,-1 0,0 0,1 0,2 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401 46,'0'23,"0"-18,0 1,0 1,-1-1,1-1,0-1,0 1,0 0,0 0,1-1,-1-1</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425 80,'27'-7,"-24"7,0 0,1-1,1 1,1 0,0 0,0 0,-1 0,-1 0,-1-1</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424 108,'31'-2,"-26"2,0-1,0 1,0 0,0-1,0 1,0-1,0 1,0-1,-1 1,1-1,0 0,0 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573 57,'1'23,"-1"-19,1 0,0 0,-1-1,0 1,1 0,-2 0,1 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563 68,'22'-13,"-19"12,1 1,0 0,0 1,-1-1,0 2,0 0,0 0,-1 1,-1 1,-1-1,-1 1,-2 1,0-3,-1 0,1-1,-1 0,1 0,-1-1</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638 89,'2'0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707 51,'-25'-4,"22"5,-1 2,1-1,0 3,1-2,1 0,0 1,1 0,1-1,0 0,2-2,0-1,0-1,0 0,0 0,0-1,0 0,1-1,-1 0,0 0,-2 0,1-1,-1 1,-1 0,0 0,-1 6,0 0,0 1,1-1,0 0,-1 0,1 1,0 0,-1 0,1 0,0 0,-1 0,1-1,0 0,0 0,2 0,2-5,0-1,-1 0,2-2,-2 3,0-1,0 1,3-3,-3 3,0 1,1-1,-1 1</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104 1052,'2'0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377 183,'-25'5,"23"-2,-1-2,2 2,-3 2,1 0,1 1,2-3,-1 0,1 0,0 0,2 2,0-2,-1 0,1 0,3 0,-2-1,0-1,1 0,0-1,-1-1,1 1,-1-1,0 0,0 0,1-1,-1 0,2-2,-1 0,0-1,-3 2,0 0,0-1,0 1,-1 0,-1 0,1 0,-1 0,-1 0,0-1,0 1,-1 1,0 0,-1 1,0 1,0 1,-1 1,1 0</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363 163,'0'19,"0"-15,1-1,-1 1,1 0,-1 1,0 0,0 2,0-1,0 0,0-1,0-1,0 1,0-1,0 0,0 0,0 0,0-1,1 0,-1 0,0 0,0 0,1 0,-1 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445 203,'28'0,"-22"0,-1 0,1 0,-1 0,-1 0,0 0,0 1</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441 231,'28'-3,"-22"3,-1-1,0 1,0 0,0 0,0 1,-2-1,0 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589 178,'-1'23,"1"-17,1-1,0 1,-1-1,0 0,1 0,-1 0,0 0,1 0,-1-1</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586 189,'25'-9,"-22"10,1 3,-1 0,-3 0,0-1,-2 0,-3 1,2-3,0 1,-1-1,1 1,0-2</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644 199,'25'-5</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688 181,'1'23,"-1"-18,1-1,-1 1</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701 167,'21'13,"-19"-10,-1 1,0 0,0 0,-1 0,0 1,-1-1,0 0,0 0,-2 1,0 0,-1 0,0-1,-1-1,-1 0,0 0,0-1</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567 173,'-6'19,"4"-15,1 2,1 1,-1 0,1-1,0 0,1-2,0 0,0-1,0 0,1 0,1 0,2 1,-1-2,0-1,2 0,1 0,0-1,0-1,0 1,0 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782 163,'-15'15,"12"-12,0 1,0 1,0 0,0 0,1 0,1 0,0-1,1 1,1-1,0-1,1 0,0 0,1 0,0 0,2 0,0-2,-1 0,0 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832 182,'-26'9,"24"-6,1 1,0 0,1 0,2-1,3-2,-2-1,2-3,0-2,-2 0,-2 2,1-2,-2 1,-1 8,1-1,-1 1,1 0,0 0,0 0,0 1,0 1,0 1,0 0,0 1,0-3,1-1,2-3,1-3,-1 0,0 1,0-1,1 0,-1-1</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864 211,'27'-3,"-22"2</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928 183,'0'26,"0"-20,0-1,0-1,0-1</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953 164,'16'16,"-13"-11,-1 1,0 0,-1-1,0 0,-1 0,0 0,-1-1,-1 1,0-1,-2 0,0 1,-1-1,-1 1,-1-1,0-1</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1108 398,'25'-5,"-21"5,0-1,1 1,1-1,-1 0,0 1,0 0,1 0,-2 0,1 1,-1-1,1 0,0 1,0-1,0 0,0 1,0-1,0 0,0 1,0-1,0 1,0-1,0 0,0 0,0 0,-1 0,0 0,-1 0,0 0,0 1,0-1,0 0,0 0,1 1,-1-1,1 1,-1-1,1 1,0-1,-1 0,0 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207 636,'2'0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967 616,'27'-2,"-21"2,-1 1,0-1,0 1,-1-1,1 0,0 0,0-1,-1 1,-1-1,1 1</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1015 662,'26'-3,"-23"2,0 1</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306 754,'29'2,"-25"-2,-1 0,0 0,1 0,0 0,0 0,0 0,0 0,0 0,1 0,0 0,2-1,0 1,0-1,-2 1,0-1,-1 1,0 0,0 0,0 0,0 0,0 0,0 0,0 0,2 0,1 0,0 0,-1 0,-1 0,0 0,-1 0,-1 0,1 0,0 0,2 0,0 0,0 1,-1-1,0 0,0 0,0-1,0 1,0 0,-1-1,1 1,0 0,1 0,-2-1,1 1,0-1,1 1,0 0,1-1,-1 1,1-1,-2 1,0 0,-1-1,-1 1,1 1,0-1,3 0,0 0,0 0,0 1,-1-1,-1 1,-1-1,2 0,-2 0,2 1,-2-1,1 0,0 1,-1-1,1 0,0 1,0-1,-1 0,0 1,0-1,0 0,0 0,1 1,1-1,-1 1,-1-1,1 1,-1-1,-1 0,1 1,-1-1,1 0,-1 0,1 1,1-1,0 0,1 0,0 0,-2 1,1-1,-1 1,0-1,-1 0,1 1,1-1,1 1,-1 0,1-1,-1 0,1 1,0-1,0 0,-1 0,-1 0,1 0,1 0,-1 0,-1 0,1 0,0 0,-1 0,1 0,-1 0,2 0,-1 0,2-1,-1 1,-1 0,0-1,0 1,1 0,-1 0,0-1,-2 1,1 0,0 0,1 0,1-1,0 1,0 0,-1 0,0 0,0 0,-1 0,0 0,-1 0,0 0,1 0,1 1,0-1,2 0,0 0,0 1,-2-1,1 0,0 0,0 0,0 0,-1 0,1 0,-1-1,0 1,0 1,0-1,-1-1,1 1,-1 0,1 0,-1 0,0 0,0 0,2 0,0 0,0 0,-1 0,0 0,0 0,0 0,-2 0,0 1,1-1,-1 0,2 0,-1 0,2 0,1 1,0-1,-1 0,-1 0,0 0,0 0,0 0,-1 0,1 0,-1 0,0 0,-1 1,1-1,0 0,0 0,0 0,2 0,1 0,0-1,0 1,-1-1,0 1,0 0,0-1,0 0,1 1,-1 0,0 0,-2 0,0 0,2 1,-2-1,0 0,2 1,-1-1,0 0,0 1,1-1,0 1,-2-1,1 1,1-1,-1 0,1 1,0 0,-1-1,0 1,0-1,-1 1,1-1,0 0,-1 0,1 0,0 0,0 0,1 0,-1 0,0 1,-1-1,-1 0,0 0,1 0,-1 0,2 0,-1 0,1-1,0 1,-1 0,1-1,1 1,0-1,-1 0,0 0,-2 1,0-1,0 1,1-1,0 1,0-1,1 1,1 0,0 0,-1 1,-1-1</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218 790,'27'2,"-23"-2,1-1,-2 1,0 0,2 0,-2-1,0 1,0 0,0 0,0-1,0 1,0-1,0 1,1-1,-1 1,0 0,0 0,0-1,0 1,1 0,-1 0,1-1,-1 1,0 0,0 0,0 0,0 0,0 0,1 0,-1 0,1 0,0 0,0 0,-1-1,1 1,-1 0,1 1,0-1,-1 0,1 0,-1 0,1 0,0 0,-1 0,1 0,0 0,0 0,0-1,-1 1,0 0,0 0,1 0,-1 0,0 0,1 0,0 1,1-1,-2 0,1 1,-1-1,1 0,0 0,0 0,2-1,0 1,0 0,-2-1,0 1,-1 0,0-1,0 1,0 0,0 0,0-1,1 1,-1 0,0-1,0 1,0 0,0-1,0 1,1 0,-1 0,2 0,0 0,2 1,-1-1,-1 0,-1 0,0 0,0 0,0-1,-1 1,0 0,0 0,0-1,1 1,-1 0,1 0,1 0,1 0,-1 0,0 0,0 0,-1 0,1 0,0 1,0-1,-1 0,1 0,-1 0,-1 0,0 0,1 0,0 0,1 0,0 0,2 0,0 1,-1-1,-1 0,0 0,0 0,-2 0,0-1,0 1,0 0,0 0,1-1,1 1,-1 0,0 0,2-1,-1 1</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889 781,'27'-2,"-24"3,1-1,-1 1,1-1,0 0,0 1,1-1,-1 1,1-1,0 1,-1 0,1-1,-1 1,0-1,0 0,-1 1,1-1,0 0,2 1,2 0,-2 1,0-1,-1 0,0 1,-1-1,1 0,-1-1,1 1,-1 0,1 0,0-1,0 1,1-1,1 0,0-1,-1 1,-1 0,0 0,0-1,2 1,1 0,1 0,-1 0,-2 1,-1-1,1 1,0-1,-1 1,1-1,-1 1,0-1,0 0,0 1,1-1,-1 1,0-1,0 1,-1-1,1 1,0 0,-1-1,0 0,0 0,1 0,-1-1,1 1,-1 0,0 0,-1 0,0 0,0-1,1 1,-1-1,0 1,0 0,0-1,2 0,-2 1,1-1,0 0,-1-1</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1081 758,'25'3,"-22"-1,0-1,0-1,0 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1341 750,'31'-6,"-25"4,-1 1,-2-1,0 2,0-1,1 0,-1 1,0-1,0 0,2 0,-2 1,0-1,1 1,-1 0,0-1,1 1</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607 1048,'42'7,"-38"-6,0-1,0 0,0 0,0 0,0 0,-1 0,1 0,-1 1,0-1,1 0,-1 0,0 1,1-1,-1 0,0 0,1 1,-1-1,0 0,3 1,-3-1,0 0,2 0,-2 0,0 0,2 0,-2 0,0 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334 904,'25'-10,"-19"8,0 0,-1 1,-2 0,1 0,-1 0,1 1,-1-1,0 0,0 1,0-1,2 1,3 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673 928,'27'6,"-24"-6,0 0,0 1,2-1,-1-1,-1 1,1 0,-1 0,0 0,1-1,0 1,0 0,0 0,-1 0,1 0,2 1,-3-1,2 0,-1 1,0-1,1 1,0 0,0-1,-1 1,0-1,1 1,-1-1,1 0,0 0,0 0,0 1,-1-1,0 0,-1 0,0 0,3 0,-2 0,-1-1,1 1,-1 0,0 0,0 0,0 0,0 0,1 0,0 0,0-1,0 1,1 0,0 0,-1 0,0 1,0-1,-1 0,0 0,1 0,0 0,1 0,0 0,1-1,-1 1,0 0,0 0,0 0,0 0,0 0,0 0,0 0,0 0,-1 0,1 0,0 0,0 1,2-1,-1 0,0 0,0 1,0-1,-1 0,0 0,-1 0,0-1,-1 1,1 0,-1-1,0 1,1 0,-1 0,0 1,0-1,0 1,1 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395 945,'2'0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86 848,'-17'16,"16"-13,0 1,1-1,0 0,1 0,1 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695 957,'2'0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1371 694,'2'0</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1505 706,'2'0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14T13:47:09"/>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42 839,'28'-8,"-23"7,0 0,0 0,0 1,0 0,-1 0,0 1,0 0,0-1,0 1,-2 3,-1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53726-1AC1-4AA1-81D4-213B658F4ED5}"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9E20C6-92D7-4504-B859-7E65537489C0}"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b="1" dirty="0"/>
              <a:t>Discrete Logarithm Problem</a:t>
            </a:r>
            <a:r>
              <a:rPr lang="en-GB" dirty="0"/>
              <a:t> is to find x, where x is the smallest non-negative integer such that:</a:t>
            </a:r>
            <a:endParaRPr lang="en-GB" dirty="0"/>
          </a:p>
          <a:p>
            <a:r>
              <a:rPr lang="en-GB" dirty="0"/>
              <a:t>A=(</a:t>
            </a:r>
            <a:r>
              <a:rPr lang="en-GB" dirty="0" err="1"/>
              <a:t>g^x</a:t>
            </a:r>
            <a:r>
              <a:rPr lang="en-GB" dirty="0"/>
              <a:t>) mod  p</a:t>
            </a:r>
            <a:endParaRPr lang="en-GB" dirty="0"/>
          </a:p>
          <a:p>
            <a:endParaRPr lang="en-GB" dirty="0"/>
          </a:p>
          <a:p>
            <a:r>
              <a:rPr lang="en-GB" dirty="0"/>
              <a:t>Given g, p, and A = </a:t>
            </a:r>
            <a:r>
              <a:rPr lang="en-GB" dirty="0" err="1"/>
              <a:t>g^x</a:t>
            </a:r>
            <a:r>
              <a:rPr lang="en-GB" dirty="0"/>
              <a:t> \mod p, where x is a secret integer, it is computationally hard to find x given g, p, and A. In other words, determining the exponent x (the discrete logarithm of A with base g) is infeasible for large values of p.</a:t>
            </a:r>
            <a:endParaRPr lang="en-GB" dirty="0"/>
          </a:p>
        </p:txBody>
      </p:sp>
      <p:sp>
        <p:nvSpPr>
          <p:cNvPr id="4" name="Slide Number Placeholder 3"/>
          <p:cNvSpPr>
            <a:spLocks noGrp="1"/>
          </p:cNvSpPr>
          <p:nvPr>
            <p:ph type="sldNum" sz="quarter" idx="5"/>
          </p:nvPr>
        </p:nvSpPr>
        <p:spPr/>
        <p:txBody>
          <a:bodyPr/>
          <a:lstStyle/>
          <a:p>
            <a:fld id="{ED9E20C6-92D7-4504-B859-7E65537489C0}"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 = 5, p = 23</a:t>
            </a:r>
            <a:endParaRPr lang="en-GB" dirty="0"/>
          </a:p>
        </p:txBody>
      </p:sp>
      <p:sp>
        <p:nvSpPr>
          <p:cNvPr id="4" name="Slide Number Placeholder 3"/>
          <p:cNvSpPr>
            <a:spLocks noGrp="1"/>
          </p:cNvSpPr>
          <p:nvPr>
            <p:ph type="sldNum" sz="quarter" idx="5"/>
          </p:nvPr>
        </p:nvSpPr>
        <p:spPr/>
        <p:txBody>
          <a:bodyPr/>
          <a:lstStyle/>
          <a:p>
            <a:fld id="{ED9E20C6-92D7-4504-B859-7E65537489C0}" type="slidenum">
              <a:rPr lang="en-GB" smtClean="0"/>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Example: Let p = 23, g = 5, a = 6, and b = 15.</a:t>
            </a:r>
            <a:endParaRPr lang="en-GB" dirty="0"/>
          </a:p>
        </p:txBody>
      </p:sp>
      <p:sp>
        <p:nvSpPr>
          <p:cNvPr id="4" name="Slide Number Placeholder 3"/>
          <p:cNvSpPr>
            <a:spLocks noGrp="1"/>
          </p:cNvSpPr>
          <p:nvPr>
            <p:ph type="sldNum" sz="quarter" idx="5"/>
          </p:nvPr>
        </p:nvSpPr>
        <p:spPr/>
        <p:txBody>
          <a:bodyPr/>
          <a:lstStyle/>
          <a:p>
            <a:fld id="{ED9E20C6-92D7-4504-B859-7E65537489C0}" type="slidenum">
              <a:rPr lang="en-GB" smtClean="0"/>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How the MITM Attack Works on Diffie-Hellman:</a:t>
            </a:r>
            <a:endParaRPr lang="en-GB" b="1" dirty="0"/>
          </a:p>
          <a:p>
            <a:pPr>
              <a:buFont typeface="+mj-lt"/>
              <a:buAutoNum type="arabicPeriod"/>
            </a:pPr>
            <a:r>
              <a:rPr lang="en-GB" b="1" dirty="0"/>
              <a:t>Initial Setup</a:t>
            </a:r>
            <a:r>
              <a:rPr lang="en-GB" dirty="0"/>
              <a:t>:</a:t>
            </a:r>
            <a:endParaRPr lang="en-GB" dirty="0"/>
          </a:p>
          <a:p>
            <a:pPr marL="742950" lvl="1" indent="-285750">
              <a:buFont typeface="+mj-lt"/>
              <a:buAutoNum type="arabicPeriod"/>
            </a:pPr>
            <a:r>
              <a:rPr lang="en-GB" dirty="0"/>
              <a:t>Alice and Bob want to communicate securely by exchanging a shared key using the Diffie-Hellman algorithm.</a:t>
            </a:r>
            <a:endParaRPr lang="en-GB" dirty="0"/>
          </a:p>
          <a:p>
            <a:pPr marL="742950" lvl="1" indent="-285750">
              <a:buFont typeface="+mj-lt"/>
              <a:buAutoNum type="arabicPeriod"/>
            </a:pPr>
            <a:r>
              <a:rPr lang="en-GB" dirty="0"/>
              <a:t>An attacker (Eve) can position herself between Alice and Bob without either party knowing.</a:t>
            </a:r>
            <a:endParaRPr lang="en-GB" dirty="0"/>
          </a:p>
          <a:p>
            <a:pPr>
              <a:buFont typeface="+mj-lt"/>
              <a:buAutoNum type="arabicPeriod"/>
            </a:pPr>
            <a:r>
              <a:rPr lang="en-GB" b="1" dirty="0"/>
              <a:t>Intercepting the Exchange</a:t>
            </a:r>
            <a:r>
              <a:rPr lang="en-GB" dirty="0"/>
              <a:t>:</a:t>
            </a:r>
            <a:endParaRPr lang="en-GB" dirty="0"/>
          </a:p>
          <a:p>
            <a:pPr marL="742950" lvl="1" indent="-285750">
              <a:buFont typeface="+mj-lt"/>
              <a:buAutoNum type="arabicPeriod"/>
            </a:pPr>
            <a:r>
              <a:rPr lang="en-GB" b="1" dirty="0"/>
              <a:t>Alice</a:t>
            </a:r>
            <a:r>
              <a:rPr lang="en-GB" dirty="0"/>
              <a:t> sends her Diffie-Hellman public value A to </a:t>
            </a:r>
            <a:r>
              <a:rPr lang="en-GB" b="1" dirty="0"/>
              <a:t>Bob</a:t>
            </a:r>
            <a:r>
              <a:rPr lang="en-GB" dirty="0"/>
              <a:t>.</a:t>
            </a:r>
            <a:endParaRPr lang="en-GB" dirty="0"/>
          </a:p>
          <a:p>
            <a:pPr marL="742950" lvl="1" indent="-285750">
              <a:buFont typeface="+mj-lt"/>
              <a:buAutoNum type="arabicPeriod"/>
            </a:pPr>
            <a:r>
              <a:rPr lang="en-GB" b="1" dirty="0"/>
              <a:t>Eve</a:t>
            </a:r>
            <a:r>
              <a:rPr lang="en-GB" dirty="0"/>
              <a:t> intercepts A and does not forward it to Bob. Instead, she generates her own Diffie-Hellman value Ae​ and sends this to </a:t>
            </a:r>
            <a:r>
              <a:rPr lang="en-GB" b="1" dirty="0"/>
              <a:t>Bob</a:t>
            </a:r>
            <a:r>
              <a:rPr lang="en-GB" dirty="0"/>
              <a:t>.</a:t>
            </a:r>
            <a:endParaRPr lang="en-GB" dirty="0"/>
          </a:p>
          <a:p>
            <a:pPr>
              <a:buFont typeface="+mj-lt"/>
              <a:buAutoNum type="arabicPeriod"/>
            </a:pPr>
            <a:r>
              <a:rPr lang="en-GB" b="1" dirty="0"/>
              <a:t>Fake Exchanges</a:t>
            </a:r>
            <a:r>
              <a:rPr lang="en-GB" dirty="0"/>
              <a:t>:</a:t>
            </a:r>
            <a:endParaRPr lang="en-GB" dirty="0"/>
          </a:p>
          <a:p>
            <a:pPr marL="742950" lvl="1" indent="-285750">
              <a:buFont typeface="+mj-lt"/>
              <a:buAutoNum type="arabicPeriod"/>
            </a:pPr>
            <a:r>
              <a:rPr lang="en-GB" b="1" dirty="0"/>
              <a:t>Bob</a:t>
            </a:r>
            <a:r>
              <a:rPr lang="en-GB" dirty="0"/>
              <a:t>, thinking he is communicating with Alice, receives Ae​ (from Eve) and sends his public value B to Alice. However, </a:t>
            </a:r>
            <a:r>
              <a:rPr lang="en-GB" b="1" dirty="0"/>
              <a:t>Eve</a:t>
            </a:r>
            <a:r>
              <a:rPr lang="en-GB" dirty="0"/>
              <a:t> intercepts B and sends her own Be​ to Alice instead.</a:t>
            </a:r>
            <a:endParaRPr lang="en-GB" dirty="0"/>
          </a:p>
          <a:p>
            <a:pPr marL="742950" lvl="1" indent="-285750">
              <a:buFont typeface="+mj-lt"/>
              <a:buAutoNum type="arabicPeriod"/>
            </a:pPr>
            <a:r>
              <a:rPr lang="en-GB" dirty="0"/>
              <a:t>Now, both Alice and Bob are each unknowingly communicating with Eve.</a:t>
            </a:r>
            <a:endParaRPr lang="en-GB" dirty="0"/>
          </a:p>
          <a:p>
            <a:pPr>
              <a:buFont typeface="+mj-lt"/>
              <a:buAutoNum type="arabicPeriod"/>
            </a:pPr>
            <a:r>
              <a:rPr lang="en-GB" b="1" dirty="0"/>
              <a:t>Establishing Separate Keys</a:t>
            </a:r>
            <a:r>
              <a:rPr lang="en-GB" dirty="0"/>
              <a:t>:</a:t>
            </a:r>
            <a:endParaRPr lang="en-GB" dirty="0"/>
          </a:p>
          <a:p>
            <a:pPr marL="742950" lvl="1" indent="-285750">
              <a:buFont typeface="+mj-lt"/>
              <a:buAutoNum type="arabicPeriod"/>
            </a:pPr>
            <a:r>
              <a:rPr lang="en-GB" b="1" dirty="0"/>
              <a:t>Alice</a:t>
            </a:r>
            <a:r>
              <a:rPr lang="en-GB" dirty="0"/>
              <a:t> computes a shared secret with Be​ (thinking it is from Bob), but it is actually a shared secret with Eve.</a:t>
            </a:r>
            <a:endParaRPr lang="en-GB" dirty="0"/>
          </a:p>
          <a:p>
            <a:pPr marL="742950" lvl="1" indent="-285750">
              <a:buFont typeface="+mj-lt"/>
              <a:buAutoNum type="arabicPeriod"/>
            </a:pPr>
            <a:r>
              <a:rPr lang="en-GB" b="1" dirty="0"/>
              <a:t>Bob</a:t>
            </a:r>
            <a:r>
              <a:rPr lang="en-GB" dirty="0"/>
              <a:t> computes a shared secret with Ae​ (thinking it is from Alice), but it is also a shared secret with Eve.</a:t>
            </a:r>
            <a:endParaRPr lang="en-GB" dirty="0"/>
          </a:p>
          <a:p>
            <a:pPr marL="742950" lvl="1" indent="-285750">
              <a:buFont typeface="+mj-lt"/>
              <a:buAutoNum type="arabicPeriod"/>
            </a:pPr>
            <a:r>
              <a:rPr lang="en-GB" dirty="0"/>
              <a:t>Now, </a:t>
            </a:r>
            <a:r>
              <a:rPr lang="en-GB" b="1" dirty="0"/>
              <a:t>Eve</a:t>
            </a:r>
            <a:r>
              <a:rPr lang="en-GB" dirty="0"/>
              <a:t> has two shared keys: one with Alice and one with Bob. She can decrypt any messages from Alice, modify them, and re-encrypt them with the key she shares with Bob, and vice versa.</a:t>
            </a:r>
            <a:endParaRPr lang="en-GB" dirty="0"/>
          </a:p>
          <a:p>
            <a:pPr>
              <a:buFont typeface="+mj-lt"/>
              <a:buAutoNum type="arabicPeriod"/>
            </a:pPr>
            <a:r>
              <a:rPr lang="en-GB" b="1" dirty="0"/>
              <a:t>MITM in Action</a:t>
            </a:r>
            <a:r>
              <a:rPr lang="en-GB" dirty="0"/>
              <a:t>:</a:t>
            </a:r>
            <a:endParaRPr lang="en-GB" dirty="0"/>
          </a:p>
          <a:p>
            <a:pPr marL="742950" lvl="1" indent="-285750">
              <a:buFont typeface="+mj-lt"/>
              <a:buAutoNum type="arabicPeriod"/>
            </a:pPr>
            <a:r>
              <a:rPr lang="en-GB" dirty="0"/>
              <a:t>Eve can intercept, decrypt, alter, and re-encrypt messages between Alice and Bob. Neither Alice nor Bob would know that their communication is compromised because the key exchange proceeds without any authentication.</a:t>
            </a:r>
            <a:endParaRPr lang="en-GB" dirty="0"/>
          </a:p>
          <a:p>
            <a:endParaRPr lang="en-GB" dirty="0"/>
          </a:p>
        </p:txBody>
      </p:sp>
      <p:sp>
        <p:nvSpPr>
          <p:cNvPr id="4" name="Slide Number Placeholder 3"/>
          <p:cNvSpPr>
            <a:spLocks noGrp="1"/>
          </p:cNvSpPr>
          <p:nvPr>
            <p:ph type="sldNum" sz="quarter" idx="5"/>
          </p:nvPr>
        </p:nvSpPr>
        <p:spPr/>
        <p:txBody>
          <a:bodyPr/>
          <a:lstStyle/>
          <a:p>
            <a:fld id="{ED9E20C6-92D7-4504-B859-7E65537489C0}" type="slidenum">
              <a:rPr lang="en-GB" smtClean="0"/>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dirty="0"/>
              <a:t>For the group </a:t>
            </a:r>
            <a:r>
              <a:rPr lang="en-GB" dirty="0" err="1"/>
              <a:t>Zp</a:t>
            </a:r>
            <a:r>
              <a:rPr lang="en-GB" dirty="0"/>
              <a:t>∗​, the values 0 and p−1 are typically avoided as exponents because they lead to trivial or redundant results. x=0: g^0 mod p = 1, which is trivial.</a:t>
            </a:r>
            <a:endParaRPr lang="en-GB" dirty="0"/>
          </a:p>
          <a:p>
            <a:pPr>
              <a:buFont typeface="Arial" panose="020B0604020202020204" pitchFamily="34" charset="0"/>
              <a:buChar char="•"/>
            </a:pPr>
            <a:r>
              <a:rPr lang="en-GB" dirty="0"/>
              <a:t>x = p - 1</a:t>
            </a:r>
            <a:r>
              <a:rPr lang="en-GB"/>
              <a:t>: g</a:t>
            </a:r>
            <a:r>
              <a:rPr lang="en-GB" dirty="0"/>
              <a:t>^{p-1</a:t>
            </a:r>
            <a:r>
              <a:rPr lang="en-GB"/>
              <a:t>} mod </a:t>
            </a:r>
            <a:r>
              <a:rPr lang="en-GB" dirty="0"/>
              <a:t>p </a:t>
            </a:r>
            <a:r>
              <a:rPr lang="en-GB"/>
              <a:t>= 1 </a:t>
            </a:r>
            <a:r>
              <a:rPr lang="en-GB" dirty="0"/>
              <a:t>by Fermat's Little Theorem, which is also a trivial result in terms of cyclic groups.</a:t>
            </a:r>
            <a:endParaRPr lang="en-GB" dirty="0"/>
          </a:p>
          <a:p>
            <a:endParaRPr lang="en-GB" dirty="0"/>
          </a:p>
        </p:txBody>
      </p:sp>
      <p:sp>
        <p:nvSpPr>
          <p:cNvPr id="4" name="Slide Number Placeholder 3"/>
          <p:cNvSpPr>
            <a:spLocks noGrp="1"/>
          </p:cNvSpPr>
          <p:nvPr>
            <p:ph type="sldNum" sz="quarter" idx="5"/>
          </p:nvPr>
        </p:nvSpPr>
        <p:spPr/>
        <p:txBody>
          <a:bodyPr/>
          <a:lstStyle/>
          <a:p>
            <a:fld id="{ED9E20C6-92D7-4504-B859-7E65537489C0}"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D9E20C6-92D7-4504-B859-7E65537489C0}"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9AD973F-B284-4DA2-8AD9-58204AAF14A3}"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89AD973F-B284-4DA2-8AD9-58204AAF14A3}"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9AD973F-B284-4DA2-8AD9-58204AAF14A3}"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p:txBody>
          <a:bodyPr/>
          <a:lstStyle/>
          <a:p>
            <a:fld id="{89AD973F-B284-4DA2-8AD9-58204AAF14A3}"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Date Placeholder 6"/>
          <p:cNvSpPr>
            <a:spLocks noGrp="1"/>
          </p:cNvSpPr>
          <p:nvPr>
            <p:ph type="dt" sz="half" idx="10"/>
          </p:nvPr>
        </p:nvSpPr>
        <p:spPr/>
        <p:txBody>
          <a:bodyPr/>
          <a:lstStyle/>
          <a:p>
            <a:fld id="{89AD973F-B284-4DA2-8AD9-58204AAF14A3}"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89AD973F-B284-4DA2-8AD9-58204AAF14A3}"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AD973F-B284-4DA2-8AD9-58204AAF14A3}"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9AD973F-B284-4DA2-8AD9-58204AAF14A3}"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9AD973F-B284-4DA2-8AD9-58204AAF14A3}"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89AD973F-B284-4DA2-8AD9-58204AAF14A3}"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89AD973F-B284-4DA2-8AD9-58204AAF14A3}"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C40CF64-7739-40CF-A996-B5B999B1DD0E}"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AD973F-B284-4DA2-8AD9-58204AAF14A3}" type="datetimeFigureOut">
              <a:rPr lang="en-GB" smtClean="0"/>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C40CF64-7739-40CF-A996-B5B999B1DD0E}"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ustomXml" Target="../ink/ink2.xml"/><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customXml" Target="../ink/ink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customXml" Target="../ink/ink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customXml" Target="../ink/ink9.xml"/><Relationship Id="rId8" Type="http://schemas.openxmlformats.org/officeDocument/2006/relationships/image" Target="../media/image11.png"/><Relationship Id="rId7" Type="http://schemas.openxmlformats.org/officeDocument/2006/relationships/customXml" Target="../ink/ink8.xml"/><Relationship Id="rId69" Type="http://schemas.openxmlformats.org/officeDocument/2006/relationships/notesSlide" Target="../notesSlides/notesSlide4.xml"/><Relationship Id="rId68" Type="http://schemas.openxmlformats.org/officeDocument/2006/relationships/slideLayout" Target="../slideLayouts/slideLayout2.xml"/><Relationship Id="rId67" Type="http://schemas.openxmlformats.org/officeDocument/2006/relationships/image" Target="../media/image36.png"/><Relationship Id="rId66" Type="http://schemas.openxmlformats.org/officeDocument/2006/relationships/customXml" Target="../ink/ink42.xml"/><Relationship Id="rId65" Type="http://schemas.openxmlformats.org/officeDocument/2006/relationships/image" Target="../media/image35.png"/><Relationship Id="rId64" Type="http://schemas.openxmlformats.org/officeDocument/2006/relationships/customXml" Target="../ink/ink41.xml"/><Relationship Id="rId63" Type="http://schemas.openxmlformats.org/officeDocument/2006/relationships/image" Target="../media/image34.png"/><Relationship Id="rId62" Type="http://schemas.openxmlformats.org/officeDocument/2006/relationships/customXml" Target="../ink/ink40.xml"/><Relationship Id="rId61" Type="http://schemas.openxmlformats.org/officeDocument/2006/relationships/image" Target="../media/image33.png"/><Relationship Id="rId60" Type="http://schemas.openxmlformats.org/officeDocument/2006/relationships/customXml" Target="../ink/ink39.xml"/><Relationship Id="rId6" Type="http://schemas.openxmlformats.org/officeDocument/2006/relationships/image" Target="../media/image10.png"/><Relationship Id="rId59" Type="http://schemas.openxmlformats.org/officeDocument/2006/relationships/image" Target="../media/image32.png"/><Relationship Id="rId58" Type="http://schemas.openxmlformats.org/officeDocument/2006/relationships/customXml" Target="../ink/ink38.xml"/><Relationship Id="rId57" Type="http://schemas.openxmlformats.org/officeDocument/2006/relationships/image" Target="../media/image31.png"/><Relationship Id="rId56" Type="http://schemas.openxmlformats.org/officeDocument/2006/relationships/customXml" Target="../ink/ink37.xml"/><Relationship Id="rId55" Type="http://schemas.openxmlformats.org/officeDocument/2006/relationships/image" Target="../media/image30.png"/><Relationship Id="rId54" Type="http://schemas.openxmlformats.org/officeDocument/2006/relationships/customXml" Target="../ink/ink36.xml"/><Relationship Id="rId53" Type="http://schemas.openxmlformats.org/officeDocument/2006/relationships/customXml" Target="../ink/ink35.xml"/><Relationship Id="rId52" Type="http://schemas.openxmlformats.org/officeDocument/2006/relationships/image" Target="../media/image29.png"/><Relationship Id="rId51" Type="http://schemas.openxmlformats.org/officeDocument/2006/relationships/customXml" Target="../ink/ink34.xml"/><Relationship Id="rId50" Type="http://schemas.openxmlformats.org/officeDocument/2006/relationships/customXml" Target="../ink/ink33.xml"/><Relationship Id="rId5" Type="http://schemas.openxmlformats.org/officeDocument/2006/relationships/customXml" Target="../ink/ink7.xml"/><Relationship Id="rId49" Type="http://schemas.openxmlformats.org/officeDocument/2006/relationships/customXml" Target="../ink/ink32.xml"/><Relationship Id="rId48" Type="http://schemas.openxmlformats.org/officeDocument/2006/relationships/image" Target="../media/image28.png"/><Relationship Id="rId47" Type="http://schemas.openxmlformats.org/officeDocument/2006/relationships/customXml" Target="../ink/ink31.xml"/><Relationship Id="rId46" Type="http://schemas.openxmlformats.org/officeDocument/2006/relationships/image" Target="../media/image27.png"/><Relationship Id="rId45" Type="http://schemas.openxmlformats.org/officeDocument/2006/relationships/customXml" Target="../ink/ink30.xml"/><Relationship Id="rId44" Type="http://schemas.openxmlformats.org/officeDocument/2006/relationships/customXml" Target="../ink/ink29.xml"/><Relationship Id="rId43" Type="http://schemas.openxmlformats.org/officeDocument/2006/relationships/customXml" Target="../ink/ink28.xml"/><Relationship Id="rId42" Type="http://schemas.openxmlformats.org/officeDocument/2006/relationships/customXml" Target="../ink/ink27.xml"/><Relationship Id="rId41" Type="http://schemas.openxmlformats.org/officeDocument/2006/relationships/customXml" Target="../ink/ink26.xml"/><Relationship Id="rId40" Type="http://schemas.openxmlformats.org/officeDocument/2006/relationships/customXml" Target="../ink/ink25.xml"/><Relationship Id="rId4" Type="http://schemas.openxmlformats.org/officeDocument/2006/relationships/image" Target="../media/image9.png"/><Relationship Id="rId39" Type="http://schemas.openxmlformats.org/officeDocument/2006/relationships/image" Target="../media/image26.png"/><Relationship Id="rId38" Type="http://schemas.openxmlformats.org/officeDocument/2006/relationships/customXml" Target="../ink/ink24.xml"/><Relationship Id="rId37" Type="http://schemas.openxmlformats.org/officeDocument/2006/relationships/image" Target="../media/image25.png"/><Relationship Id="rId36" Type="http://schemas.openxmlformats.org/officeDocument/2006/relationships/customXml" Target="../ink/ink23.xml"/><Relationship Id="rId35" Type="http://schemas.openxmlformats.org/officeDocument/2006/relationships/customXml" Target="../ink/ink22.xml"/><Relationship Id="rId34" Type="http://schemas.openxmlformats.org/officeDocument/2006/relationships/image" Target="../media/image24.png"/><Relationship Id="rId33" Type="http://schemas.openxmlformats.org/officeDocument/2006/relationships/customXml" Target="../ink/ink21.xml"/><Relationship Id="rId32" Type="http://schemas.openxmlformats.org/officeDocument/2006/relationships/image" Target="../media/image23.png"/><Relationship Id="rId31" Type="http://schemas.openxmlformats.org/officeDocument/2006/relationships/customXml" Target="../ink/ink20.xml"/><Relationship Id="rId30" Type="http://schemas.openxmlformats.org/officeDocument/2006/relationships/image" Target="../media/image22.png"/><Relationship Id="rId3" Type="http://schemas.openxmlformats.org/officeDocument/2006/relationships/customXml" Target="../ink/ink6.xml"/><Relationship Id="rId29" Type="http://schemas.openxmlformats.org/officeDocument/2006/relationships/customXml" Target="../ink/ink19.xml"/><Relationship Id="rId28" Type="http://schemas.openxmlformats.org/officeDocument/2006/relationships/image" Target="../media/image21.png"/><Relationship Id="rId27" Type="http://schemas.openxmlformats.org/officeDocument/2006/relationships/customXml" Target="../ink/ink18.xml"/><Relationship Id="rId26" Type="http://schemas.openxmlformats.org/officeDocument/2006/relationships/image" Target="../media/image20.png"/><Relationship Id="rId25" Type="http://schemas.openxmlformats.org/officeDocument/2006/relationships/customXml" Target="../ink/ink17.xml"/><Relationship Id="rId24" Type="http://schemas.openxmlformats.org/officeDocument/2006/relationships/image" Target="../media/image19.png"/><Relationship Id="rId23" Type="http://schemas.openxmlformats.org/officeDocument/2006/relationships/customXml" Target="../ink/ink16.xml"/><Relationship Id="rId22" Type="http://schemas.openxmlformats.org/officeDocument/2006/relationships/image" Target="../media/image18.png"/><Relationship Id="rId21" Type="http://schemas.openxmlformats.org/officeDocument/2006/relationships/customXml" Target="../ink/ink15.xml"/><Relationship Id="rId20" Type="http://schemas.openxmlformats.org/officeDocument/2006/relationships/image" Target="../media/image17.png"/><Relationship Id="rId2" Type="http://schemas.openxmlformats.org/officeDocument/2006/relationships/image" Target="../media/image8.png"/><Relationship Id="rId19" Type="http://schemas.openxmlformats.org/officeDocument/2006/relationships/customXml" Target="../ink/ink14.xml"/><Relationship Id="rId18" Type="http://schemas.openxmlformats.org/officeDocument/2006/relationships/image" Target="../media/image16.png"/><Relationship Id="rId17" Type="http://schemas.openxmlformats.org/officeDocument/2006/relationships/customXml" Target="../ink/ink13.xml"/><Relationship Id="rId16" Type="http://schemas.openxmlformats.org/officeDocument/2006/relationships/image" Target="../media/image15.png"/><Relationship Id="rId15" Type="http://schemas.openxmlformats.org/officeDocument/2006/relationships/customXml" Target="../ink/ink12.xml"/><Relationship Id="rId14" Type="http://schemas.openxmlformats.org/officeDocument/2006/relationships/image" Target="../media/image14.png"/><Relationship Id="rId13" Type="http://schemas.openxmlformats.org/officeDocument/2006/relationships/customXml" Target="../ink/ink11.xml"/><Relationship Id="rId12" Type="http://schemas.openxmlformats.org/officeDocument/2006/relationships/image" Target="../media/image13.png"/><Relationship Id="rId11" Type="http://schemas.openxmlformats.org/officeDocument/2006/relationships/customXml" Target="../ink/ink10.xml"/><Relationship Id="rId10" Type="http://schemas.openxmlformats.org/officeDocument/2006/relationships/image" Target="../media/image12.png"/><Relationship Id="rId1" Type="http://schemas.openxmlformats.org/officeDocument/2006/relationships/customXml" Target="../ink/ink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9" Type="http://schemas.openxmlformats.org/officeDocument/2006/relationships/customXml" Target="../ink/ink47.xml"/><Relationship Id="rId8" Type="http://schemas.openxmlformats.org/officeDocument/2006/relationships/image" Target="../media/image40.png"/><Relationship Id="rId7" Type="http://schemas.openxmlformats.org/officeDocument/2006/relationships/customXml" Target="../ink/ink46.xml"/><Relationship Id="rId6" Type="http://schemas.openxmlformats.org/officeDocument/2006/relationships/image" Target="../media/image39.png"/><Relationship Id="rId50" Type="http://schemas.openxmlformats.org/officeDocument/2006/relationships/slideLayout" Target="../slideLayouts/slideLayout2.xml"/><Relationship Id="rId5" Type="http://schemas.openxmlformats.org/officeDocument/2006/relationships/customXml" Target="../ink/ink45.xml"/><Relationship Id="rId49" Type="http://schemas.openxmlformats.org/officeDocument/2006/relationships/image" Target="../media/image59.png"/><Relationship Id="rId48" Type="http://schemas.openxmlformats.org/officeDocument/2006/relationships/customXml" Target="../ink/ink67.xml"/><Relationship Id="rId47" Type="http://schemas.openxmlformats.org/officeDocument/2006/relationships/image" Target="../media/image58.png"/><Relationship Id="rId46" Type="http://schemas.openxmlformats.org/officeDocument/2006/relationships/customXml" Target="../ink/ink66.xml"/><Relationship Id="rId45" Type="http://schemas.openxmlformats.org/officeDocument/2006/relationships/image" Target="../media/image57.png"/><Relationship Id="rId44" Type="http://schemas.openxmlformats.org/officeDocument/2006/relationships/customXml" Target="../ink/ink65.xml"/><Relationship Id="rId43" Type="http://schemas.openxmlformats.org/officeDocument/2006/relationships/image" Target="../media/image56.png"/><Relationship Id="rId42" Type="http://schemas.openxmlformats.org/officeDocument/2006/relationships/customXml" Target="../ink/ink64.xml"/><Relationship Id="rId41" Type="http://schemas.openxmlformats.org/officeDocument/2006/relationships/image" Target="../media/image55.png"/><Relationship Id="rId40" Type="http://schemas.openxmlformats.org/officeDocument/2006/relationships/customXml" Target="../ink/ink63.xml"/><Relationship Id="rId4" Type="http://schemas.openxmlformats.org/officeDocument/2006/relationships/image" Target="../media/image38.png"/><Relationship Id="rId39" Type="http://schemas.openxmlformats.org/officeDocument/2006/relationships/image" Target="../media/image54.png"/><Relationship Id="rId38" Type="http://schemas.openxmlformats.org/officeDocument/2006/relationships/customXml" Target="../ink/ink62.xml"/><Relationship Id="rId37" Type="http://schemas.openxmlformats.org/officeDocument/2006/relationships/image" Target="../media/image53.png"/><Relationship Id="rId36" Type="http://schemas.openxmlformats.org/officeDocument/2006/relationships/customXml" Target="../ink/ink61.xml"/><Relationship Id="rId35" Type="http://schemas.openxmlformats.org/officeDocument/2006/relationships/image" Target="../media/image52.png"/><Relationship Id="rId34" Type="http://schemas.openxmlformats.org/officeDocument/2006/relationships/customXml" Target="../ink/ink60.xml"/><Relationship Id="rId33" Type="http://schemas.openxmlformats.org/officeDocument/2006/relationships/image" Target="../media/image51.png"/><Relationship Id="rId32" Type="http://schemas.openxmlformats.org/officeDocument/2006/relationships/customXml" Target="../ink/ink59.xml"/><Relationship Id="rId31" Type="http://schemas.openxmlformats.org/officeDocument/2006/relationships/image" Target="../media/image50.png"/><Relationship Id="rId30" Type="http://schemas.openxmlformats.org/officeDocument/2006/relationships/customXml" Target="../ink/ink58.xml"/><Relationship Id="rId3" Type="http://schemas.openxmlformats.org/officeDocument/2006/relationships/customXml" Target="../ink/ink44.xml"/><Relationship Id="rId29" Type="http://schemas.openxmlformats.org/officeDocument/2006/relationships/image" Target="../media/image49.png"/><Relationship Id="rId28" Type="http://schemas.openxmlformats.org/officeDocument/2006/relationships/customXml" Target="../ink/ink57.xml"/><Relationship Id="rId27" Type="http://schemas.openxmlformats.org/officeDocument/2006/relationships/image" Target="../media/image48.png"/><Relationship Id="rId26" Type="http://schemas.openxmlformats.org/officeDocument/2006/relationships/customXml" Target="../ink/ink56.xml"/><Relationship Id="rId25" Type="http://schemas.openxmlformats.org/officeDocument/2006/relationships/image" Target="../media/image47.png"/><Relationship Id="rId24" Type="http://schemas.openxmlformats.org/officeDocument/2006/relationships/customXml" Target="../ink/ink55.xml"/><Relationship Id="rId23" Type="http://schemas.openxmlformats.org/officeDocument/2006/relationships/image" Target="../media/image46.png"/><Relationship Id="rId22" Type="http://schemas.openxmlformats.org/officeDocument/2006/relationships/customXml" Target="../ink/ink54.xml"/><Relationship Id="rId21" Type="http://schemas.openxmlformats.org/officeDocument/2006/relationships/image" Target="../media/image45.png"/><Relationship Id="rId20" Type="http://schemas.openxmlformats.org/officeDocument/2006/relationships/customXml" Target="../ink/ink53.xml"/><Relationship Id="rId2" Type="http://schemas.openxmlformats.org/officeDocument/2006/relationships/image" Target="../media/image37.png"/><Relationship Id="rId19" Type="http://schemas.openxmlformats.org/officeDocument/2006/relationships/customXml" Target="../ink/ink52.xml"/><Relationship Id="rId18" Type="http://schemas.openxmlformats.org/officeDocument/2006/relationships/image" Target="../media/image44.png"/><Relationship Id="rId17" Type="http://schemas.openxmlformats.org/officeDocument/2006/relationships/customXml" Target="../ink/ink51.xml"/><Relationship Id="rId16" Type="http://schemas.openxmlformats.org/officeDocument/2006/relationships/image" Target="../media/image8.png"/><Relationship Id="rId15" Type="http://schemas.openxmlformats.org/officeDocument/2006/relationships/customXml" Target="../ink/ink50.xml"/><Relationship Id="rId14" Type="http://schemas.openxmlformats.org/officeDocument/2006/relationships/image" Target="../media/image43.png"/><Relationship Id="rId13" Type="http://schemas.openxmlformats.org/officeDocument/2006/relationships/customXml" Target="../ink/ink49.xml"/><Relationship Id="rId12" Type="http://schemas.openxmlformats.org/officeDocument/2006/relationships/image" Target="../media/image42.png"/><Relationship Id="rId11" Type="http://schemas.openxmlformats.org/officeDocument/2006/relationships/customXml" Target="../ink/ink48.xml"/><Relationship Id="rId10" Type="http://schemas.openxmlformats.org/officeDocument/2006/relationships/image" Target="../media/image41.png"/><Relationship Id="rId1" Type="http://schemas.openxmlformats.org/officeDocument/2006/relationships/customXml" Target="../ink/ink43.xml"/></Relationships>
</file>

<file path=ppt/slides/_rels/slide33.xml.rels><?xml version="1.0" encoding="UTF-8" standalone="yes"?>
<Relationships xmlns="http://schemas.openxmlformats.org/package/2006/relationships"><Relationship Id="rId9" Type="http://schemas.openxmlformats.org/officeDocument/2006/relationships/customXml" Target="../ink/ink72.xml"/><Relationship Id="rId8" Type="http://schemas.openxmlformats.org/officeDocument/2006/relationships/image" Target="../media/image62.png"/><Relationship Id="rId7" Type="http://schemas.openxmlformats.org/officeDocument/2006/relationships/customXml" Target="../ink/ink71.xml"/><Relationship Id="rId6" Type="http://schemas.openxmlformats.org/officeDocument/2006/relationships/image" Target="../media/image61.png"/><Relationship Id="rId5" Type="http://schemas.openxmlformats.org/officeDocument/2006/relationships/customXml" Target="../ink/ink70.xml"/><Relationship Id="rId4" Type="http://schemas.openxmlformats.org/officeDocument/2006/relationships/image" Target="../media/image8.png"/><Relationship Id="rId3" Type="http://schemas.openxmlformats.org/officeDocument/2006/relationships/customXml" Target="../ink/ink69.xml"/><Relationship Id="rId29" Type="http://schemas.openxmlformats.org/officeDocument/2006/relationships/slideLayout" Target="../slideLayouts/slideLayout2.xml"/><Relationship Id="rId28" Type="http://schemas.openxmlformats.org/officeDocument/2006/relationships/customXml" Target="../ink/ink82.xml"/><Relationship Id="rId27" Type="http://schemas.openxmlformats.org/officeDocument/2006/relationships/image" Target="../media/image71.png"/><Relationship Id="rId26" Type="http://schemas.openxmlformats.org/officeDocument/2006/relationships/customXml" Target="../ink/ink81.xml"/><Relationship Id="rId25" Type="http://schemas.openxmlformats.org/officeDocument/2006/relationships/customXml" Target="../ink/ink80.xml"/><Relationship Id="rId24" Type="http://schemas.openxmlformats.org/officeDocument/2006/relationships/image" Target="../media/image70.png"/><Relationship Id="rId23" Type="http://schemas.openxmlformats.org/officeDocument/2006/relationships/customXml" Target="../ink/ink79.xml"/><Relationship Id="rId22" Type="http://schemas.openxmlformats.org/officeDocument/2006/relationships/image" Target="../media/image69.png"/><Relationship Id="rId21" Type="http://schemas.openxmlformats.org/officeDocument/2006/relationships/customXml" Target="../ink/ink78.xml"/><Relationship Id="rId20" Type="http://schemas.openxmlformats.org/officeDocument/2006/relationships/image" Target="../media/image68.png"/><Relationship Id="rId2" Type="http://schemas.openxmlformats.org/officeDocument/2006/relationships/image" Target="../media/image60.png"/><Relationship Id="rId19" Type="http://schemas.openxmlformats.org/officeDocument/2006/relationships/customXml" Target="../ink/ink77.xml"/><Relationship Id="rId18" Type="http://schemas.openxmlformats.org/officeDocument/2006/relationships/image" Target="../media/image67.png"/><Relationship Id="rId17" Type="http://schemas.openxmlformats.org/officeDocument/2006/relationships/customXml" Target="../ink/ink76.xml"/><Relationship Id="rId16" Type="http://schemas.openxmlformats.org/officeDocument/2006/relationships/image" Target="../media/image66.png"/><Relationship Id="rId15" Type="http://schemas.openxmlformats.org/officeDocument/2006/relationships/customXml" Target="../ink/ink75.xml"/><Relationship Id="rId14" Type="http://schemas.openxmlformats.org/officeDocument/2006/relationships/image" Target="../media/image65.png"/><Relationship Id="rId13" Type="http://schemas.openxmlformats.org/officeDocument/2006/relationships/customXml" Target="../ink/ink74.xml"/><Relationship Id="rId12" Type="http://schemas.openxmlformats.org/officeDocument/2006/relationships/image" Target="../media/image64.png"/><Relationship Id="rId11" Type="http://schemas.openxmlformats.org/officeDocument/2006/relationships/customXml" Target="../ink/ink73.xml"/><Relationship Id="rId10" Type="http://schemas.openxmlformats.org/officeDocument/2006/relationships/image" Target="../media/image63.png"/><Relationship Id="rId1" Type="http://schemas.openxmlformats.org/officeDocument/2006/relationships/customXml" Target="../ink/ink68.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customXml" Target="../ink/ink84.xml"/><Relationship Id="rId2" Type="http://schemas.openxmlformats.org/officeDocument/2006/relationships/image" Target="../media/image8.png"/><Relationship Id="rId1" Type="http://schemas.openxmlformats.org/officeDocument/2006/relationships/customXml" Target="../ink/ink8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2.png"/><Relationship Id="rId1" Type="http://schemas.openxmlformats.org/officeDocument/2006/relationships/customXml" Target="../ink/ink8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Public Key Asymmetric Cryptography</a:t>
            </a:r>
            <a:endParaRPr lang="en-GB" dirty="0"/>
          </a:p>
        </p:txBody>
      </p:sp>
      <p:sp>
        <p:nvSpPr>
          <p:cNvPr id="3" name="Subtitle 2"/>
          <p:cNvSpPr>
            <a:spLocks noGrp="1"/>
          </p:cNvSpPr>
          <p:nvPr>
            <p:ph type="subTitle" idx="1"/>
          </p:nvPr>
        </p:nvSpPr>
        <p:spPr/>
        <p:txBody>
          <a:bodyPr/>
          <a:lstStyle/>
          <a:p>
            <a:r>
              <a:rPr lang="en-GB" dirty="0" err="1"/>
              <a:t>Dr.</a:t>
            </a:r>
            <a:r>
              <a:rPr lang="en-GB" dirty="0"/>
              <a:t> Nachiket Tapas</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GB" dirty="0"/>
          </a:p>
        </p:txBody>
      </p:sp>
      <p:sp>
        <p:nvSpPr>
          <p:cNvPr id="3" name="Content Placeholder 2"/>
          <p:cNvSpPr>
            <a:spLocks noGrp="1"/>
          </p:cNvSpPr>
          <p:nvPr>
            <p:ph idx="1"/>
          </p:nvPr>
        </p:nvSpPr>
        <p:spPr/>
        <p:txBody>
          <a:bodyPr/>
          <a:lstStyle/>
          <a:p>
            <a:r>
              <a:rPr lang="en-GB" dirty="0"/>
              <a:t>Public key cryptography provides a secure way to exchange information and authenticate users by using </a:t>
            </a:r>
            <a:r>
              <a:rPr lang="en-GB" dirty="0">
                <a:solidFill>
                  <a:srgbClr val="FF0000"/>
                </a:solidFill>
              </a:rPr>
              <a:t>pairs of keys</a:t>
            </a:r>
            <a:r>
              <a:rPr lang="en-GB" dirty="0"/>
              <a:t>. </a:t>
            </a:r>
            <a:endParaRPr lang="en-GB" dirty="0"/>
          </a:p>
          <a:p>
            <a:r>
              <a:rPr lang="en-GB" dirty="0"/>
              <a:t>The </a:t>
            </a:r>
            <a:r>
              <a:rPr lang="en-GB" dirty="0">
                <a:solidFill>
                  <a:srgbClr val="FF0000"/>
                </a:solidFill>
              </a:rPr>
              <a:t>public key </a:t>
            </a:r>
            <a:r>
              <a:rPr lang="en-GB" dirty="0"/>
              <a:t>is used for </a:t>
            </a:r>
            <a:r>
              <a:rPr lang="en-GB" dirty="0">
                <a:solidFill>
                  <a:srgbClr val="FF0000"/>
                </a:solidFill>
              </a:rPr>
              <a:t>encryption</a:t>
            </a:r>
            <a:r>
              <a:rPr lang="en-GB" dirty="0"/>
              <a:t> and </a:t>
            </a:r>
            <a:r>
              <a:rPr lang="en-GB" dirty="0">
                <a:solidFill>
                  <a:srgbClr val="FF0000"/>
                </a:solidFill>
              </a:rPr>
              <a:t>signature verification</a:t>
            </a:r>
            <a:r>
              <a:rPr lang="en-GB" dirty="0"/>
              <a:t>, while the </a:t>
            </a:r>
            <a:r>
              <a:rPr lang="en-GB" dirty="0">
                <a:solidFill>
                  <a:srgbClr val="FF0000"/>
                </a:solidFill>
              </a:rPr>
              <a:t>private key </a:t>
            </a:r>
            <a:r>
              <a:rPr lang="en-GB" dirty="0"/>
              <a:t>is used for </a:t>
            </a:r>
            <a:r>
              <a:rPr lang="en-GB" dirty="0">
                <a:solidFill>
                  <a:srgbClr val="FF0000"/>
                </a:solidFill>
              </a:rPr>
              <a:t>decryption</a:t>
            </a:r>
            <a:r>
              <a:rPr lang="en-GB" dirty="0"/>
              <a:t> and </a:t>
            </a:r>
            <a:r>
              <a:rPr lang="en-GB" dirty="0">
                <a:solidFill>
                  <a:srgbClr val="FF0000"/>
                </a:solidFill>
              </a:rPr>
              <a:t>signing</a:t>
            </a:r>
            <a:r>
              <a:rPr lang="en-GB" dirty="0"/>
              <a:t>. </a:t>
            </a:r>
            <a:endParaRPr lang="en-GB" dirty="0"/>
          </a:p>
          <a:p>
            <a:r>
              <a:rPr lang="en-GB" dirty="0"/>
              <a:t>When the two parties communicate with each other to transfer the intelligible or sensible message, referred to as plaintext, is converted into apparently random unreadable for security purposes referred to as ciphertext. </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Public Key Encryption</a:t>
            </a:r>
            <a:endParaRPr lang="en-GB" dirty="0"/>
          </a:p>
        </p:txBody>
      </p:sp>
      <p:sp>
        <p:nvSpPr>
          <p:cNvPr id="3" name="Content Placeholder 2"/>
          <p:cNvSpPr>
            <a:spLocks noGrp="1"/>
          </p:cNvSpPr>
          <p:nvPr>
            <p:ph idx="1"/>
          </p:nvPr>
        </p:nvSpPr>
        <p:spPr/>
        <p:txBody>
          <a:bodyPr/>
          <a:lstStyle/>
          <a:p>
            <a:r>
              <a:rPr lang="en-GB" dirty="0"/>
              <a:t>Public keys of every user are present in the Public key Register. </a:t>
            </a:r>
            <a:endParaRPr lang="en-GB" dirty="0"/>
          </a:p>
          <a:p>
            <a:r>
              <a:rPr lang="en-GB" dirty="0"/>
              <a:t>If B wants to send a confidential message to C, then B encrypt the message using C Public key. </a:t>
            </a:r>
            <a:endParaRPr lang="en-GB" dirty="0"/>
          </a:p>
          <a:p>
            <a:r>
              <a:rPr lang="en-GB" dirty="0"/>
              <a:t>When C receives the message from B then C can decrypt it using its own Private key. </a:t>
            </a:r>
            <a:endParaRPr lang="en-GB" dirty="0"/>
          </a:p>
          <a:p>
            <a:r>
              <a:rPr lang="en-GB" dirty="0"/>
              <a:t>No other recipient other than C can decrypt the message because only C know C’s private key. </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Public Key Encryption (contd.)</a:t>
            </a:r>
            <a:endParaRPr lang="en-GB" dirty="0"/>
          </a:p>
        </p:txBody>
      </p:sp>
      <p:sp>
        <p:nvSpPr>
          <p:cNvPr id="3" name="Content Placeholder 2"/>
          <p:cNvSpPr>
            <a:spLocks noGrp="1"/>
          </p:cNvSpPr>
          <p:nvPr>
            <p:ph idx="1"/>
          </p:nvPr>
        </p:nvSpPr>
        <p:spPr/>
        <p:txBody>
          <a:bodyPr/>
          <a:lstStyle/>
          <a:p>
            <a:endParaRPr lang="en-GB"/>
          </a:p>
        </p:txBody>
      </p:sp>
      <p:pic>
        <p:nvPicPr>
          <p:cNvPr id="5" name="Picture 4"/>
          <p:cNvPicPr>
            <a:picLocks noChangeAspect="1"/>
          </p:cNvPicPr>
          <p:nvPr/>
        </p:nvPicPr>
        <p:blipFill>
          <a:blip r:embed="rId1"/>
          <a:stretch>
            <a:fillRect/>
          </a:stretch>
        </p:blipFill>
        <p:spPr>
          <a:xfrm>
            <a:off x="644859" y="1825625"/>
            <a:ext cx="11155494" cy="4667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Watsapp</a:t>
            </a:r>
            <a:r>
              <a:rPr lang="en-GB" dirty="0"/>
              <a:t> Message to Self</a:t>
            </a:r>
            <a:endParaRPr lang="en-GB" dirty="0"/>
          </a:p>
        </p:txBody>
      </p:sp>
      <p:sp>
        <p:nvSpPr>
          <p:cNvPr id="3" name="Content Placeholder 2"/>
          <p:cNvSpPr>
            <a:spLocks noGrp="1"/>
          </p:cNvSpPr>
          <p:nvPr>
            <p:ph idx="1"/>
          </p:nvPr>
        </p:nvSpPr>
        <p:spPr/>
        <p:txBody>
          <a:bodyPr/>
          <a:lstStyle/>
          <a:p>
            <a:pPr marL="0" indent="0">
              <a:buNone/>
            </a:pPr>
            <a:r>
              <a:rPr lang="en-GB" b="1" dirty="0"/>
              <a:t>When you send a message to yourself:</a:t>
            </a:r>
            <a:endParaRPr lang="en-GB" b="1" dirty="0"/>
          </a:p>
          <a:p>
            <a:pPr>
              <a:buFont typeface="Arial" panose="020B0604020202020204" pitchFamily="34" charset="0"/>
              <a:buChar char="•"/>
            </a:pPr>
            <a:r>
              <a:rPr lang="en-GB" dirty="0"/>
              <a:t>The message is encrypted on your device.</a:t>
            </a:r>
            <a:endParaRPr lang="en-GB" dirty="0"/>
          </a:p>
          <a:p>
            <a:pPr>
              <a:buFont typeface="Arial" panose="020B0604020202020204" pitchFamily="34" charset="0"/>
              <a:buChar char="•"/>
            </a:pPr>
            <a:r>
              <a:rPr lang="en-GB" dirty="0"/>
              <a:t>It is then sent to the WhatsApp servers, just like any other message.</a:t>
            </a:r>
            <a:endParaRPr lang="en-GB" dirty="0"/>
          </a:p>
          <a:p>
            <a:pPr>
              <a:buFont typeface="Arial" panose="020B0604020202020204" pitchFamily="34" charset="0"/>
              <a:buChar char="•"/>
            </a:pPr>
            <a:r>
              <a:rPr lang="en-GB" dirty="0"/>
              <a:t>The server stores it briefly, until it is delivered back to you.</a:t>
            </a:r>
            <a:endParaRPr lang="en-GB" dirty="0"/>
          </a:p>
          <a:p>
            <a:pPr>
              <a:buFont typeface="Arial" panose="020B0604020202020204" pitchFamily="34" charset="0"/>
              <a:buChar char="•"/>
            </a:pPr>
            <a:r>
              <a:rPr lang="en-GB" dirty="0"/>
              <a:t>The message is then delivered to your own device (or multiple devices if you are using linked devices), where it gets decrypted and displayed.</a:t>
            </a:r>
            <a:endParaRPr lang="en-GB" dirty="0"/>
          </a:p>
          <a:p>
            <a:pPr marL="0" indent="0">
              <a:buNone/>
            </a:pP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Public Key Encryption (contd.)</a:t>
            </a:r>
            <a:endParaRPr lang="en-GB" dirty="0"/>
          </a:p>
        </p:txBody>
      </p:sp>
      <p:sp>
        <p:nvSpPr>
          <p:cNvPr id="3" name="Content Placeholder 2"/>
          <p:cNvSpPr>
            <a:spLocks noGrp="1"/>
          </p:cNvSpPr>
          <p:nvPr>
            <p:ph idx="1"/>
          </p:nvPr>
        </p:nvSpPr>
        <p:spPr/>
        <p:txBody>
          <a:bodyPr/>
          <a:lstStyle/>
          <a:p>
            <a:endParaRPr lang="en-GB" dirty="0"/>
          </a:p>
        </p:txBody>
      </p:sp>
      <p:pic>
        <p:nvPicPr>
          <p:cNvPr id="1026" name="Picture 2" descr="Public Key Encryp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8606" y="1825625"/>
            <a:ext cx="9554787" cy="453527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r:id="rId2" p14:bwMode="auto">
            <p14:nvContentPartPr>
              <p14:cNvPr id="4" name="Ink 3"/>
              <p14:cNvContentPartPr/>
              <p14:nvPr/>
            </p14:nvContentPartPr>
            <p14:xfrm>
              <a:off x="449640" y="1917720"/>
              <a:ext cx="11165040" cy="4399560"/>
            </p14:xfrm>
          </p:contentPart>
        </mc:Choice>
        <mc:Fallback xmlns="">
          <p:pic>
            <p:nvPicPr>
              <p:cNvPr id="4" name="Ink 3"/>
            </p:nvPicPr>
            <p:blipFill>
              <a:blip r:embed="rId3"/>
            </p:blipFill>
            <p:spPr>
              <a:xfrm>
                <a:off x="449640" y="1917720"/>
                <a:ext cx="11165040" cy="43995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5" name="Ink 4"/>
              <p14:cNvContentPartPr/>
              <p14:nvPr/>
            </p14:nvContentPartPr>
            <p14:xfrm>
              <a:off x="2040840" y="2783880"/>
              <a:ext cx="410760" cy="424800"/>
            </p14:xfrm>
          </p:contentPart>
        </mc:Choice>
        <mc:Fallback xmlns="">
          <p:pic>
            <p:nvPicPr>
              <p:cNvPr id="5" name="Ink 4"/>
            </p:nvPicPr>
            <p:blipFill>
              <a:blip r:embed="rId5"/>
            </p:blipFill>
            <p:spPr>
              <a:xfrm>
                <a:off x="2040840" y="2783880"/>
                <a:ext cx="410760" cy="424800"/>
              </a:xfrm>
              <a:prstGeom prst="rect"/>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Why?</a:t>
            </a:r>
            <a:endParaRPr lang="en-GB" dirty="0"/>
          </a:p>
        </p:txBody>
      </p:sp>
      <p:sp>
        <p:nvSpPr>
          <p:cNvPr id="3" name="Content Placeholder 2"/>
          <p:cNvSpPr>
            <a:spLocks noGrp="1"/>
          </p:cNvSpPr>
          <p:nvPr>
            <p:ph idx="1"/>
          </p:nvPr>
        </p:nvSpPr>
        <p:spPr/>
        <p:txBody>
          <a:bodyPr/>
          <a:lstStyle/>
          <a:p>
            <a:r>
              <a:rPr lang="en-GB" dirty="0"/>
              <a:t>Even though you're messaging yourself, WhatsApp treats it like a regular message between two parties. </a:t>
            </a:r>
            <a:endParaRPr lang="en-GB" dirty="0"/>
          </a:p>
          <a:p>
            <a:r>
              <a:rPr lang="en-GB" dirty="0"/>
              <a:t>The server acts as an intermediary, handling message delivery, ensuring proper synchronization between devices (if you have WhatsApp on multiple devices), and storing the message temporarily during transit.</a:t>
            </a: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Components</a:t>
            </a:r>
            <a:endParaRPr lang="en-GB" dirty="0"/>
          </a:p>
        </p:txBody>
      </p:sp>
      <p:sp>
        <p:nvSpPr>
          <p:cNvPr id="3" name="Content Placeholder 2"/>
          <p:cNvSpPr>
            <a:spLocks noGrp="1"/>
          </p:cNvSpPr>
          <p:nvPr>
            <p:ph idx="1"/>
          </p:nvPr>
        </p:nvSpPr>
        <p:spPr/>
        <p:txBody>
          <a:bodyPr>
            <a:normAutofit fontScale="92500" lnSpcReduction="20000"/>
          </a:bodyPr>
          <a:lstStyle/>
          <a:p>
            <a:r>
              <a:rPr lang="en-GB" dirty="0">
                <a:solidFill>
                  <a:srgbClr val="FF0000"/>
                </a:solidFill>
              </a:rPr>
              <a:t>Plain Text</a:t>
            </a:r>
            <a:r>
              <a:rPr lang="en-GB" dirty="0"/>
              <a:t>:  This is the message which is readable or understandable. This message is given to the Encryption algorithm as an input.</a:t>
            </a:r>
            <a:endParaRPr lang="en-GB" dirty="0"/>
          </a:p>
          <a:p>
            <a:r>
              <a:rPr lang="en-GB" dirty="0">
                <a:solidFill>
                  <a:srgbClr val="FF0000"/>
                </a:solidFill>
              </a:rPr>
              <a:t>Cipher Text</a:t>
            </a:r>
            <a:r>
              <a:rPr lang="en-GB" dirty="0"/>
              <a:t>: The cipher text is produced as an output of Encryption algorithm. We cannot simply understand this message.</a:t>
            </a:r>
            <a:endParaRPr lang="en-GB" dirty="0"/>
          </a:p>
          <a:p>
            <a:r>
              <a:rPr lang="en-GB" dirty="0">
                <a:solidFill>
                  <a:srgbClr val="FF0000"/>
                </a:solidFill>
              </a:rPr>
              <a:t>Encryption Algorithm</a:t>
            </a:r>
            <a:r>
              <a:rPr lang="en-GB" dirty="0"/>
              <a:t>: The encryption algorithm is used to convert plain text into cipher text.</a:t>
            </a:r>
            <a:endParaRPr lang="en-GB" dirty="0"/>
          </a:p>
          <a:p>
            <a:r>
              <a:rPr lang="en-GB" dirty="0">
                <a:solidFill>
                  <a:srgbClr val="FF0000"/>
                </a:solidFill>
              </a:rPr>
              <a:t>Decryption Algorithm</a:t>
            </a:r>
            <a:r>
              <a:rPr lang="en-GB" dirty="0"/>
              <a:t>: It accepts the cipher text as input and the matching key (Private Key or Public key) and produces the original plain text</a:t>
            </a:r>
            <a:endParaRPr lang="en-GB" dirty="0"/>
          </a:p>
          <a:p>
            <a:r>
              <a:rPr lang="en-GB" dirty="0">
                <a:solidFill>
                  <a:srgbClr val="FF0000"/>
                </a:solidFill>
              </a:rPr>
              <a:t>Public and Private Key</a:t>
            </a:r>
            <a:r>
              <a:rPr lang="en-GB" dirty="0"/>
              <a:t>: One key either Private key (Secret key) or Public Key (known to everyone) is used for encryption and other is used for decryption</a:t>
            </a: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Weakness</a:t>
            </a:r>
            <a:endParaRPr lang="en-GB" dirty="0"/>
          </a:p>
        </p:txBody>
      </p:sp>
      <p:sp>
        <p:nvSpPr>
          <p:cNvPr id="3" name="Content Placeholder 2"/>
          <p:cNvSpPr>
            <a:spLocks noGrp="1"/>
          </p:cNvSpPr>
          <p:nvPr>
            <p:ph idx="1"/>
          </p:nvPr>
        </p:nvSpPr>
        <p:spPr/>
        <p:txBody>
          <a:bodyPr>
            <a:normAutofit/>
          </a:bodyPr>
          <a:lstStyle/>
          <a:p>
            <a:r>
              <a:rPr lang="en-GB" dirty="0"/>
              <a:t>Public key Encryption is vulnerable to </a:t>
            </a:r>
            <a:r>
              <a:rPr lang="en-GB" dirty="0">
                <a:solidFill>
                  <a:srgbClr val="FF0000"/>
                </a:solidFill>
              </a:rPr>
              <a:t>Brute-force attack</a:t>
            </a:r>
            <a:r>
              <a:rPr lang="en-GB" dirty="0"/>
              <a:t>.</a:t>
            </a:r>
            <a:endParaRPr lang="en-GB" dirty="0"/>
          </a:p>
          <a:p>
            <a:r>
              <a:rPr lang="en-GB" dirty="0"/>
              <a:t>This algorithm also fails when the user </a:t>
            </a:r>
            <a:r>
              <a:rPr lang="en-GB" dirty="0">
                <a:solidFill>
                  <a:srgbClr val="FF0000"/>
                </a:solidFill>
              </a:rPr>
              <a:t>lost</a:t>
            </a:r>
            <a:r>
              <a:rPr lang="en-GB" dirty="0"/>
              <a:t> his </a:t>
            </a:r>
            <a:r>
              <a:rPr lang="en-GB" dirty="0">
                <a:solidFill>
                  <a:srgbClr val="FF0000"/>
                </a:solidFill>
              </a:rPr>
              <a:t>private key</a:t>
            </a:r>
            <a:r>
              <a:rPr lang="en-GB" dirty="0"/>
              <a:t>, then the Public key Encryption becomes the most vulnerable algorithm.</a:t>
            </a:r>
            <a:endParaRPr lang="en-GB" dirty="0"/>
          </a:p>
          <a:p>
            <a:r>
              <a:rPr lang="en-GB" dirty="0"/>
              <a:t>Public Key Encryption also is weak towards </a:t>
            </a:r>
            <a:r>
              <a:rPr lang="en-GB" dirty="0">
                <a:solidFill>
                  <a:srgbClr val="FF0000"/>
                </a:solidFill>
              </a:rPr>
              <a:t>man in the middle attack</a:t>
            </a:r>
            <a:r>
              <a:rPr lang="en-GB" dirty="0"/>
              <a:t>. In this attack a third party can disrupt the public key communication and then modify the public keys.</a:t>
            </a:r>
            <a:endParaRPr lang="en-GB"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4487400" y="281520"/>
              <a:ext cx="7516080" cy="4232880"/>
            </p14:xfrm>
          </p:contentPart>
        </mc:Choice>
        <mc:Fallback xmlns="">
          <p:pic>
            <p:nvPicPr>
              <p:cNvPr id="4" name="Ink 3"/>
            </p:nvPicPr>
            <p:blipFill>
              <a:blip r:embed="rId2"/>
            </p:blipFill>
            <p:spPr>
              <a:xfrm>
                <a:off x="4487400" y="281520"/>
                <a:ext cx="7516080" cy="4232880"/>
              </a:xfrm>
              <a:prstGeom prst="rect"/>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Applications</a:t>
            </a:r>
            <a:endParaRPr lang="en-GB" dirty="0"/>
          </a:p>
        </p:txBody>
      </p:sp>
      <p:sp>
        <p:nvSpPr>
          <p:cNvPr id="3" name="Content Placeholder 2"/>
          <p:cNvSpPr>
            <a:spLocks noGrp="1"/>
          </p:cNvSpPr>
          <p:nvPr>
            <p:ph idx="1"/>
          </p:nvPr>
        </p:nvSpPr>
        <p:spPr/>
        <p:txBody>
          <a:bodyPr>
            <a:normAutofit lnSpcReduction="10000"/>
          </a:bodyPr>
          <a:lstStyle/>
          <a:p>
            <a:r>
              <a:rPr lang="en-GB" dirty="0">
                <a:solidFill>
                  <a:srgbClr val="FF0000"/>
                </a:solidFill>
              </a:rPr>
              <a:t>Encryption/Decryption</a:t>
            </a:r>
            <a:r>
              <a:rPr lang="en-GB" dirty="0"/>
              <a:t>:  Confidentiality can be achieved using Public Key Encryption. In this the Plain text is encrypted using receiver public key. This will ensure that no one other than receiver private key can decrypt the cipher text.</a:t>
            </a:r>
            <a:endParaRPr lang="en-GB" dirty="0"/>
          </a:p>
          <a:p>
            <a:r>
              <a:rPr lang="en-GB" dirty="0">
                <a:solidFill>
                  <a:srgbClr val="FF0000"/>
                </a:solidFill>
              </a:rPr>
              <a:t>Digital signature</a:t>
            </a:r>
            <a:r>
              <a:rPr lang="en-GB" dirty="0"/>
              <a:t>:  Digital signature is for senders authentication purpose. In this sender encrypt the plain text using his own private key. This step will make sure the authentication of the sender because receiver can decrypt the cipher text using senders public key only.</a:t>
            </a:r>
            <a:endParaRPr lang="en-GB" dirty="0"/>
          </a:p>
          <a:p>
            <a:r>
              <a:rPr lang="en-GB" dirty="0">
                <a:solidFill>
                  <a:srgbClr val="FF0000"/>
                </a:solidFill>
              </a:rPr>
              <a:t>Key exchange</a:t>
            </a:r>
            <a:r>
              <a:rPr lang="en-GB" dirty="0"/>
              <a:t>: This algorithm can use in both Key-management and securely transmission of data.</a:t>
            </a:r>
            <a:endParaRPr lang="en-GB"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9757080" y="270720"/>
              <a:ext cx="1567800" cy="5442480"/>
            </p14:xfrm>
          </p:contentPart>
        </mc:Choice>
        <mc:Fallback xmlns="">
          <p:pic>
            <p:nvPicPr>
              <p:cNvPr id="4" name="Ink 3"/>
            </p:nvPicPr>
            <p:blipFill>
              <a:blip r:embed="rId2"/>
            </p:blipFill>
            <p:spPr>
              <a:xfrm>
                <a:off x="9757080" y="270720"/>
                <a:ext cx="1567800" cy="5442480"/>
              </a:xfrm>
              <a:prstGeom prst="rect"/>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Diffie-Hellman Key Exchange</a:t>
            </a:r>
            <a:endParaRPr lang="en-GB"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GB" dirty="0"/>
                  <a:t>Purpose: To </a:t>
                </a:r>
                <a:r>
                  <a:rPr lang="en-GB" dirty="0">
                    <a:solidFill>
                      <a:srgbClr val="FF0000"/>
                    </a:solidFill>
                  </a:rPr>
                  <a:t>securely exchange </a:t>
                </a:r>
                <a:r>
                  <a:rPr lang="en-GB" dirty="0"/>
                  <a:t>cryptographic keys over a </a:t>
                </a:r>
                <a:r>
                  <a:rPr lang="en-GB" dirty="0">
                    <a:solidFill>
                      <a:srgbClr val="FF0000"/>
                    </a:solidFill>
                  </a:rPr>
                  <a:t>public channel</a:t>
                </a:r>
                <a:r>
                  <a:rPr lang="en-GB" dirty="0"/>
                  <a:t>.</a:t>
                </a:r>
                <a:endParaRPr lang="en-GB" dirty="0"/>
              </a:p>
              <a:p>
                <a:r>
                  <a:rPr lang="en-GB" dirty="0"/>
                  <a:t>Concept: Both parties generate public and private values and exchange public values. Using each other's public values and their own private values, they compute a shared secret.</a:t>
                </a:r>
                <a:endParaRPr lang="en-GB" dirty="0"/>
              </a:p>
              <a:p>
                <a:r>
                  <a:rPr lang="en-GB" dirty="0"/>
                  <a:t>Foundation: Based on the mathematical difficulty of solving the Discrete Logarithm Problem in modular arithmetic.</a:t>
                </a:r>
                <a:endParaRPr lang="en-GB" dirty="0"/>
              </a:p>
              <a:p>
                <a:pPr marL="0" indent="0">
                  <a:buNone/>
                </a:pPr>
                <a:r>
                  <a:rPr lang="en-GB" dirty="0"/>
                  <a:t>	</a:t>
                </a:r>
                <a:r>
                  <a:rPr lang="en-GB" sz="2400" dirty="0"/>
                  <a:t>if </a:t>
                </a:r>
                <a14:m>
                  <m:oMath xmlns:m="http://schemas.openxmlformats.org/officeDocument/2006/math">
                    <m:r>
                      <a:rPr lang="en-GB" sz="2400" b="0" i="1" smtClean="0">
                        <a:latin typeface="Cambria Math" panose="02040503050406030204" pitchFamily="18" charset="0"/>
                      </a:rPr>
                      <m:t>𝑏</m:t>
                    </m:r>
                    <m:r>
                      <a:rPr lang="en-GB" sz="2400" b="0" i="1" smtClean="0">
                        <a:latin typeface="Cambria Math" panose="02040503050406030204" pitchFamily="18" charset="0"/>
                      </a:rPr>
                      <m:t> ≡</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𝑎</m:t>
                        </m:r>
                      </m:e>
                      <m:sup>
                        <m:r>
                          <a:rPr lang="en-GB" sz="2400" b="0" i="1" smtClean="0">
                            <a:latin typeface="Cambria Math" panose="02040503050406030204" pitchFamily="18" charset="0"/>
                          </a:rPr>
                          <m:t>𝑖</m:t>
                        </m:r>
                      </m:sup>
                    </m:sSup>
                    <m:r>
                      <a:rPr lang="en-GB" sz="2400" b="0" i="1" smtClean="0">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𝑚𝑜𝑑</m:t>
                    </m:r>
                    <m:r>
                      <a:rPr lang="en-GB" sz="2400" b="0" i="1" smtClean="0">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𝑝</m:t>
                    </m:r>
                    <m:r>
                      <a:rPr lang="en-GB" sz="2400" b="0" i="1" smtClean="0">
                        <a:latin typeface="Cambria Math" panose="02040503050406030204" pitchFamily="18" charset="0"/>
                        <a:ea typeface="Cambria Math" panose="02040503050406030204" pitchFamily="18" charset="0"/>
                      </a:rPr>
                      <m:t>)</m:t>
                    </m:r>
                  </m:oMath>
                </a14:m>
                <a:r>
                  <a:rPr lang="en-GB" sz="2400" dirty="0"/>
                  <a:t> where </a:t>
                </a:r>
                <a14:m>
                  <m:oMath xmlns:m="http://schemas.openxmlformats.org/officeDocument/2006/math">
                    <m:r>
                      <a:rPr lang="en-GB" sz="2400" i="1">
                        <a:latin typeface="Cambria Math" panose="02040503050406030204" pitchFamily="18" charset="0"/>
                      </a:rPr>
                      <m:t>0</m:t>
                    </m:r>
                    <m:r>
                      <a:rPr lang="en-GB" sz="2400" i="1">
                        <a:latin typeface="Cambria Math" panose="02040503050406030204" pitchFamily="18" charset="0"/>
                      </a:rPr>
                      <m:t> ≤</m:t>
                    </m:r>
                    <m:r>
                      <a:rPr lang="en-GB" sz="2400" b="0" i="1" smtClean="0">
                        <a:latin typeface="Cambria Math" panose="02040503050406030204" pitchFamily="18" charset="0"/>
                      </a:rPr>
                      <m:t>𝑖</m:t>
                    </m:r>
                    <m:r>
                      <a:rPr lang="en-GB" sz="2400" i="1">
                        <a:latin typeface="Cambria Math" panose="02040503050406030204" pitchFamily="18" charset="0"/>
                        <a:ea typeface="Cambria Math" panose="02040503050406030204" pitchFamily="18" charset="0"/>
                      </a:rPr>
                      <m:t> ≤(</m:t>
                    </m:r>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 −</m:t>
                    </m:r>
                    <m:r>
                      <a:rPr lang="en-GB" sz="2400" i="1">
                        <a:latin typeface="Cambria Math" panose="02040503050406030204" pitchFamily="18" charset="0"/>
                        <a:ea typeface="Cambria Math" panose="02040503050406030204" pitchFamily="18" charset="0"/>
                      </a:rPr>
                      <m:t>1</m:t>
                    </m:r>
                    <m:r>
                      <a:rPr lang="en-GB" sz="2400" i="1">
                        <a:latin typeface="Cambria Math" panose="02040503050406030204" pitchFamily="18" charset="0"/>
                        <a:ea typeface="Cambria Math" panose="02040503050406030204" pitchFamily="18" charset="0"/>
                      </a:rPr>
                      <m:t>)</m:t>
                    </m:r>
                  </m:oMath>
                </a14:m>
                <a:r>
                  <a:rPr lang="en-GB" sz="2400" dirty="0"/>
                  <a:t> </a:t>
                </a:r>
                <a:endParaRPr lang="en-GB" sz="2400" dirty="0"/>
              </a:p>
              <a:p>
                <a:pPr marL="0" indent="0">
                  <a:buNone/>
                </a:pPr>
                <a:r>
                  <a:rPr lang="en-GB" sz="2400" dirty="0"/>
                  <a:t>	then, i is discrete logarithm of b denoted as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𝑑𝑙𝑜𝑔</m:t>
                        </m:r>
                      </m:e>
                      <m:sub>
                        <m:r>
                          <a:rPr lang="en-GB" sz="2400" b="0" i="1" smtClean="0">
                            <a:latin typeface="Cambria Math" panose="02040503050406030204" pitchFamily="18" charset="0"/>
                          </a:rPr>
                          <m:t>𝑎</m:t>
                        </m:r>
                        <m:r>
                          <a:rPr lang="en-GB" sz="2400" b="0" i="1" smtClean="0">
                            <a:latin typeface="Cambria Math" panose="02040503050406030204" pitchFamily="18" charset="0"/>
                          </a:rPr>
                          <m:t>,</m:t>
                        </m:r>
                        <m:r>
                          <a:rPr lang="en-GB" sz="2400" b="0" i="1" smtClean="0">
                            <a:latin typeface="Cambria Math" panose="02040503050406030204" pitchFamily="18" charset="0"/>
                          </a:rPr>
                          <m:t>𝑝</m:t>
                        </m:r>
                      </m:sub>
                    </m:sSub>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𝑏</m:t>
                        </m:r>
                      </m:e>
                    </m:d>
                  </m:oMath>
                </a14:m>
                <a:endParaRPr lang="en-GB" sz="24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1985" b="-9084"/>
                </a:stretch>
              </a:blipFill>
            </p:spPr>
            <p:txBody>
              <a:bodyPr/>
              <a:lstStyle/>
              <a:p>
                <a:r>
                  <a:rPr lang="en-US"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 step 1</a:t>
            </a:r>
            <a:endParaRPr lang="en-GB" dirty="0"/>
          </a:p>
        </p:txBody>
      </p:sp>
      <p:sp>
        <p:nvSpPr>
          <p:cNvPr id="3" name="Content Placeholder 2"/>
          <p:cNvSpPr>
            <a:spLocks noGrp="1"/>
          </p:cNvSpPr>
          <p:nvPr>
            <p:ph idx="1"/>
          </p:nvPr>
        </p:nvSpPr>
        <p:spPr/>
        <p:txBody>
          <a:bodyPr/>
          <a:lstStyle/>
          <a:p>
            <a:pPr marL="0" indent="0">
              <a:buNone/>
            </a:pPr>
            <a:r>
              <a:rPr lang="en-GB" b="1" dirty="0"/>
              <a:t>Agree on Shared Public Parameters:</a:t>
            </a:r>
            <a:endParaRPr lang="en-GB" dirty="0"/>
          </a:p>
          <a:p>
            <a:pPr marL="0" indent="0">
              <a:buNone/>
            </a:pPr>
            <a:r>
              <a:rPr lang="en-GB" dirty="0"/>
              <a:t>Both parties agree on two numbers:</a:t>
            </a:r>
            <a:endParaRPr lang="en-GB" dirty="0"/>
          </a:p>
          <a:p>
            <a:pPr marL="742950" lvl="1" indent="-285750">
              <a:buFont typeface="Arial" panose="020B0604020202020204" pitchFamily="34" charset="0"/>
              <a:buChar char="•"/>
            </a:pPr>
            <a:r>
              <a:rPr lang="en-GB" dirty="0"/>
              <a:t>A large prime number </a:t>
            </a:r>
            <a:r>
              <a:rPr lang="en-GB" b="1" dirty="0"/>
              <a:t>p</a:t>
            </a:r>
            <a:r>
              <a:rPr lang="en-GB" dirty="0"/>
              <a:t> (publicly known).</a:t>
            </a:r>
            <a:endParaRPr lang="en-GB" dirty="0"/>
          </a:p>
          <a:p>
            <a:pPr marL="742950" lvl="1" indent="-285750">
              <a:buFont typeface="Arial" panose="020B0604020202020204" pitchFamily="34" charset="0"/>
              <a:buChar char="•"/>
            </a:pPr>
            <a:r>
              <a:rPr lang="en-GB" dirty="0"/>
              <a:t>A </a:t>
            </a:r>
            <a:r>
              <a:rPr lang="en-GB" b="1" dirty="0"/>
              <a:t>primitive root g</a:t>
            </a:r>
            <a:r>
              <a:rPr lang="en-GB" dirty="0"/>
              <a:t> (also called generator) modulo p, which is a number that, when raised to different powers, produces a wide range of values modulo p.</a:t>
            </a:r>
            <a:endParaRPr lang="en-GB" dirty="0"/>
          </a:p>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 step 2</a:t>
            </a:r>
            <a:endParaRPr lang="en-GB" dirty="0"/>
          </a:p>
        </p:txBody>
      </p:sp>
      <p:sp>
        <p:nvSpPr>
          <p:cNvPr id="3" name="Content Placeholder 2"/>
          <p:cNvSpPr>
            <a:spLocks noGrp="1"/>
          </p:cNvSpPr>
          <p:nvPr>
            <p:ph idx="1"/>
          </p:nvPr>
        </p:nvSpPr>
        <p:spPr/>
        <p:txBody>
          <a:bodyPr/>
          <a:lstStyle/>
          <a:p>
            <a:pPr marL="0" indent="0">
              <a:buNone/>
            </a:pPr>
            <a:r>
              <a:rPr lang="en-GB" b="1" dirty="0"/>
              <a:t>Private Key Generation:</a:t>
            </a:r>
            <a:endParaRPr lang="en-GB" dirty="0"/>
          </a:p>
          <a:p>
            <a:pPr marL="0" indent="0">
              <a:buNone/>
            </a:pPr>
            <a:r>
              <a:rPr lang="en-GB" dirty="0"/>
              <a:t>Each party chooses a private key:</a:t>
            </a:r>
            <a:endParaRPr lang="en-GB" dirty="0"/>
          </a:p>
          <a:p>
            <a:pPr marL="742950" lvl="1" indent="-285750">
              <a:buFont typeface="Arial" panose="020B0604020202020204" pitchFamily="34" charset="0"/>
              <a:buChar char="•"/>
            </a:pPr>
            <a:r>
              <a:rPr lang="en-GB" b="1" dirty="0"/>
              <a:t>Party A</a:t>
            </a:r>
            <a:r>
              <a:rPr lang="en-GB" dirty="0"/>
              <a:t> selects a secret private key </a:t>
            </a:r>
            <a:r>
              <a:rPr lang="en-GB" b="1" dirty="0"/>
              <a:t>a</a:t>
            </a:r>
            <a:r>
              <a:rPr lang="en-GB" dirty="0"/>
              <a:t>.</a:t>
            </a:r>
            <a:endParaRPr lang="en-GB" dirty="0"/>
          </a:p>
          <a:p>
            <a:pPr marL="742950" lvl="1" indent="-285750">
              <a:buFont typeface="Arial" panose="020B0604020202020204" pitchFamily="34" charset="0"/>
              <a:buChar char="•"/>
            </a:pPr>
            <a:r>
              <a:rPr lang="en-GB" b="1" dirty="0"/>
              <a:t>Party B</a:t>
            </a:r>
            <a:r>
              <a:rPr lang="en-GB" dirty="0"/>
              <a:t> selects a secret private key </a:t>
            </a:r>
            <a:r>
              <a:rPr lang="en-GB" b="1" dirty="0"/>
              <a:t>b</a:t>
            </a:r>
            <a:r>
              <a:rPr lang="en-GB" dirty="0"/>
              <a:t>.</a:t>
            </a: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 step 3</a:t>
            </a:r>
            <a:endParaRPr lang="en-GB" dirty="0"/>
          </a:p>
        </p:txBody>
      </p:sp>
      <p:sp>
        <p:nvSpPr>
          <p:cNvPr id="3" name="Content Placeholder 2"/>
          <p:cNvSpPr>
            <a:spLocks noGrp="1"/>
          </p:cNvSpPr>
          <p:nvPr>
            <p:ph idx="1"/>
          </p:nvPr>
        </p:nvSpPr>
        <p:spPr/>
        <p:txBody>
          <a:bodyPr/>
          <a:lstStyle/>
          <a:p>
            <a:pPr marL="0" indent="0">
              <a:buNone/>
            </a:pPr>
            <a:r>
              <a:rPr lang="en-GB" b="1" dirty="0"/>
              <a:t>Public Key Generation:</a:t>
            </a:r>
            <a:endParaRPr lang="en-GB" dirty="0"/>
          </a:p>
          <a:p>
            <a:pPr marL="0" indent="0">
              <a:buNone/>
            </a:pPr>
            <a:r>
              <a:rPr lang="en-GB" dirty="0"/>
              <a:t>Using their private keys, both parties compute their public keys:</a:t>
            </a:r>
            <a:endParaRPr lang="en-GB" dirty="0"/>
          </a:p>
          <a:p>
            <a:pPr marL="742950" lvl="1" indent="-285750">
              <a:buFont typeface="Arial" panose="020B0604020202020204" pitchFamily="34" charset="0"/>
              <a:buChar char="•"/>
            </a:pPr>
            <a:r>
              <a:rPr lang="en-GB" b="1" dirty="0"/>
              <a:t>Party A</a:t>
            </a:r>
            <a:r>
              <a:rPr lang="en-GB" dirty="0"/>
              <a:t> computes A = g</a:t>
            </a:r>
            <a:r>
              <a:rPr lang="en-GB" baseline="30000" dirty="0"/>
              <a:t>a</a:t>
            </a:r>
            <a:r>
              <a:rPr lang="en-GB" dirty="0"/>
              <a:t> mod p.</a:t>
            </a:r>
            <a:endParaRPr lang="en-GB" dirty="0"/>
          </a:p>
          <a:p>
            <a:pPr marL="742950" lvl="1" indent="-285750">
              <a:buFont typeface="Arial" panose="020B0604020202020204" pitchFamily="34" charset="0"/>
              <a:buChar char="•"/>
            </a:pPr>
            <a:r>
              <a:rPr lang="en-GB" b="1" dirty="0"/>
              <a:t>Party B</a:t>
            </a:r>
            <a:r>
              <a:rPr lang="en-GB" dirty="0"/>
              <a:t> computes B = g</a:t>
            </a:r>
            <a:r>
              <a:rPr lang="en-GB" baseline="30000" dirty="0"/>
              <a:t>b</a:t>
            </a:r>
            <a:r>
              <a:rPr lang="en-GB" dirty="0"/>
              <a:t> mod p.</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Algorithm: step 4</a:t>
            </a:r>
            <a:endParaRPr lang="en-GB" dirty="0"/>
          </a:p>
        </p:txBody>
      </p:sp>
      <p:sp>
        <p:nvSpPr>
          <p:cNvPr id="3" name="Content Placeholder 2"/>
          <p:cNvSpPr>
            <a:spLocks noGrp="1"/>
          </p:cNvSpPr>
          <p:nvPr>
            <p:ph idx="1"/>
          </p:nvPr>
        </p:nvSpPr>
        <p:spPr/>
        <p:txBody>
          <a:bodyPr>
            <a:normAutofit/>
          </a:bodyPr>
          <a:lstStyle/>
          <a:p>
            <a:pPr marL="0" indent="0">
              <a:buNone/>
            </a:pPr>
            <a:r>
              <a:rPr lang="en-GB" dirty="0"/>
              <a:t>Once both parties receive each other's public keys, they can compute a shared secret key using their private keys:</a:t>
            </a:r>
            <a:endParaRPr lang="en-GB" dirty="0"/>
          </a:p>
          <a:p>
            <a:r>
              <a:rPr lang="en-GB" b="1" dirty="0"/>
              <a:t>Party A</a:t>
            </a:r>
            <a:r>
              <a:rPr lang="en-GB" dirty="0"/>
              <a:t> computes the shared secret as S = B</a:t>
            </a:r>
            <a:r>
              <a:rPr lang="en-GB" baseline="30000" dirty="0"/>
              <a:t>a</a:t>
            </a:r>
            <a:r>
              <a:rPr lang="en-GB" dirty="0"/>
              <a:t> mod p.</a:t>
            </a:r>
            <a:endParaRPr lang="en-GB" dirty="0"/>
          </a:p>
          <a:p>
            <a:pPr>
              <a:buFont typeface="Arial" panose="020B0604020202020204" pitchFamily="34" charset="0"/>
              <a:buChar char="•"/>
            </a:pPr>
            <a:r>
              <a:rPr lang="en-GB" b="1" dirty="0"/>
              <a:t>Party B</a:t>
            </a:r>
            <a:r>
              <a:rPr lang="en-GB" dirty="0"/>
              <a:t> computes the shared secret as S = A</a:t>
            </a:r>
            <a:r>
              <a:rPr lang="en-GB" baseline="30000" dirty="0"/>
              <a:t>b</a:t>
            </a:r>
            <a:r>
              <a:rPr lang="en-GB" dirty="0"/>
              <a:t> mod p.</a:t>
            </a:r>
            <a:endParaRPr lang="en-GB" dirty="0"/>
          </a:p>
          <a:p>
            <a:pPr>
              <a:buFont typeface="Arial" panose="020B0604020202020204" pitchFamily="34" charset="0"/>
              <a:buChar char="•"/>
            </a:pPr>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GB" dirty="0"/>
          </a:p>
        </p:txBody>
      </p:sp>
      <p:sp>
        <p:nvSpPr>
          <p:cNvPr id="3" name="Content Placeholder 2"/>
          <p:cNvSpPr>
            <a:spLocks noGrp="1"/>
          </p:cNvSpPr>
          <p:nvPr>
            <p:ph idx="1"/>
          </p:nvPr>
        </p:nvSpPr>
        <p:spPr/>
        <p:txBody>
          <a:bodyPr/>
          <a:lstStyle/>
          <a:p>
            <a:r>
              <a:rPr lang="en-GB" dirty="0"/>
              <a:t>g = 5, p = 23</a:t>
            </a:r>
            <a:endParaRPr lang="en-GB" dirty="0"/>
          </a:p>
          <a:p>
            <a:r>
              <a:rPr lang="en-GB" dirty="0"/>
              <a:t>Alice selects a = 6 as the private key</a:t>
            </a:r>
            <a:endParaRPr lang="en-GB" dirty="0"/>
          </a:p>
          <a:p>
            <a:r>
              <a:rPr lang="en-GB" dirty="0"/>
              <a:t>Bob selects b = 15 as the private key</a:t>
            </a:r>
            <a:endParaRPr lang="en-GB" dirty="0"/>
          </a:p>
          <a:p>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Important</a:t>
            </a:r>
            <a:endParaRPr lang="en-GB" dirty="0"/>
          </a:p>
        </p:txBody>
      </p:sp>
      <p:sp>
        <p:nvSpPr>
          <p:cNvPr id="3" name="Content Placeholder 2"/>
          <p:cNvSpPr>
            <a:spLocks noGrp="1"/>
          </p:cNvSpPr>
          <p:nvPr>
            <p:ph idx="1"/>
          </p:nvPr>
        </p:nvSpPr>
        <p:spPr/>
        <p:txBody>
          <a:bodyPr>
            <a:normAutofit/>
          </a:bodyPr>
          <a:lstStyle/>
          <a:p>
            <a:r>
              <a:rPr lang="en-GB" dirty="0"/>
              <a:t>Both values S will be equal because of the properties of modular arithmetic:</a:t>
            </a:r>
            <a:endParaRPr lang="en-GB" dirty="0"/>
          </a:p>
          <a:p>
            <a:pPr marL="0" indent="0">
              <a:buNone/>
            </a:pPr>
            <a:r>
              <a:rPr lang="en-GB" dirty="0"/>
              <a:t>	S = (g</a:t>
            </a:r>
            <a:r>
              <a:rPr lang="en-GB" baseline="30000" dirty="0"/>
              <a:t>b</a:t>
            </a:r>
            <a:r>
              <a:rPr lang="en-GB" dirty="0"/>
              <a:t> mod  p)</a:t>
            </a:r>
            <a:r>
              <a:rPr lang="en-GB" baseline="30000" dirty="0"/>
              <a:t>a</a:t>
            </a:r>
            <a:r>
              <a:rPr lang="en-GB" dirty="0"/>
              <a:t> mod  p </a:t>
            </a:r>
            <a:endParaRPr lang="en-GB" dirty="0"/>
          </a:p>
          <a:p>
            <a:pPr marL="0" indent="0">
              <a:buNone/>
            </a:pPr>
            <a:r>
              <a:rPr lang="en-GB" dirty="0"/>
              <a:t>	    = (g</a:t>
            </a:r>
            <a:r>
              <a:rPr lang="en-GB" baseline="30000" dirty="0"/>
              <a:t>a</a:t>
            </a:r>
            <a:r>
              <a:rPr lang="en-GB" dirty="0"/>
              <a:t> mod  p)</a:t>
            </a:r>
            <a:r>
              <a:rPr lang="en-GB" baseline="30000" dirty="0"/>
              <a:t>b</a:t>
            </a:r>
            <a:r>
              <a:rPr lang="en-GB" dirty="0"/>
              <a:t> mod  p</a:t>
            </a:r>
            <a:endParaRPr lang="en-GB" dirty="0"/>
          </a:p>
          <a:p>
            <a:pPr marL="0" indent="0">
              <a:buNone/>
            </a:pPr>
            <a:r>
              <a:rPr lang="en-GB" dirty="0"/>
              <a:t>                 = g</a:t>
            </a:r>
            <a:r>
              <a:rPr lang="en-GB" baseline="30000" dirty="0"/>
              <a:t>ab </a:t>
            </a:r>
            <a:r>
              <a:rPr lang="en-GB" dirty="0"/>
              <a:t>mod  p</a:t>
            </a: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Attacks</a:t>
            </a:r>
            <a:endParaRPr lang="en-GB" dirty="0"/>
          </a:p>
        </p:txBody>
      </p:sp>
      <p:sp>
        <p:nvSpPr>
          <p:cNvPr id="3" name="Content Placeholder 2"/>
          <p:cNvSpPr>
            <a:spLocks noGrp="1"/>
          </p:cNvSpPr>
          <p:nvPr>
            <p:ph idx="1"/>
          </p:nvPr>
        </p:nvSpPr>
        <p:spPr/>
        <p:txBody>
          <a:bodyPr/>
          <a:lstStyle/>
          <a:p>
            <a:pPr marL="0" indent="0">
              <a:buNone/>
            </a:pPr>
            <a:r>
              <a:rPr lang="en-GB" b="1" dirty="0"/>
              <a:t>Man-in-the-Middle (MITM) Attack</a:t>
            </a:r>
            <a:r>
              <a:rPr lang="en-GB" dirty="0"/>
              <a:t>:</a:t>
            </a:r>
            <a:endParaRPr lang="en-GB" dirty="0"/>
          </a:p>
          <a:p>
            <a:pPr>
              <a:buFont typeface="Arial" panose="020B0604020202020204" pitchFamily="34" charset="0"/>
              <a:buChar char="•"/>
            </a:pPr>
            <a:r>
              <a:rPr lang="en-GB" dirty="0"/>
              <a:t>Diffie-Hellman by itself does not authenticate the communicating parties, making it vulnerable to MITM attacks. An attacker could intercept public keys and establish two separate shared keys, one with Party A and another with Party B, relaying communications between them while deciphering the messages.</a:t>
            </a:r>
            <a:endParaRPr lang="en-GB" dirty="0"/>
          </a:p>
          <a:p>
            <a:pPr>
              <a:buFont typeface="Arial" panose="020B0604020202020204" pitchFamily="34" charset="0"/>
              <a:buChar char="•"/>
            </a:pPr>
            <a:r>
              <a:rPr lang="en-GB" b="1" dirty="0"/>
              <a:t>Solution</a:t>
            </a:r>
            <a:r>
              <a:rPr lang="en-GB" dirty="0"/>
              <a:t>: To prevent MITM attacks, Diffie-Hellman is often combined with </a:t>
            </a:r>
            <a:r>
              <a:rPr lang="en-GB" b="1" dirty="0"/>
              <a:t>digital signatures</a:t>
            </a:r>
            <a:r>
              <a:rPr lang="en-GB" dirty="0"/>
              <a:t> or </a:t>
            </a:r>
            <a:r>
              <a:rPr lang="en-GB" b="1" dirty="0"/>
              <a:t>public key certificates</a:t>
            </a:r>
            <a:r>
              <a:rPr lang="en-GB" dirty="0"/>
              <a:t> to verify the identities of the communicating parties.</a:t>
            </a:r>
            <a:endParaRPr lang="en-GB" dirty="0"/>
          </a:p>
          <a:p>
            <a:endParaRPr lang="en-GB"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2844800" y="6483350"/>
              <a:ext cx="12700" cy="360"/>
            </p14:xfrm>
          </p:contentPart>
        </mc:Choice>
        <mc:Fallback xmlns="">
          <p:pic>
            <p:nvPicPr>
              <p:cNvPr id="4" name="Ink 3"/>
            </p:nvPicPr>
            <p:blipFill>
              <a:blip r:embed="rId2"/>
            </p:blipFill>
            <p:spPr>
              <a:xfrm>
                <a:off x="2844800" y="6483350"/>
                <a:ext cx="1270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Ink 4"/>
              <p14:cNvContentPartPr/>
              <p14:nvPr/>
            </p14:nvContentPartPr>
            <p14:xfrm>
              <a:off x="6978650" y="457200"/>
              <a:ext cx="247650" cy="488950"/>
            </p14:xfrm>
          </p:contentPart>
        </mc:Choice>
        <mc:Fallback xmlns="">
          <p:pic>
            <p:nvPicPr>
              <p:cNvPr id="5" name="Ink 4"/>
            </p:nvPicPr>
            <p:blipFill>
              <a:blip r:embed="rId4"/>
            </p:blipFill>
            <p:spPr>
              <a:xfrm>
                <a:off x="6978650" y="457200"/>
                <a:ext cx="247650" cy="4889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Ink 5"/>
              <p14:cNvContentPartPr/>
              <p14:nvPr/>
            </p14:nvContentPartPr>
            <p14:xfrm>
              <a:off x="7226300" y="501650"/>
              <a:ext cx="57150" cy="342900"/>
            </p14:xfrm>
          </p:contentPart>
        </mc:Choice>
        <mc:Fallback xmlns="">
          <p:pic>
            <p:nvPicPr>
              <p:cNvPr id="6" name="Ink 5"/>
            </p:nvPicPr>
            <p:blipFill>
              <a:blip r:embed="rId6"/>
            </p:blipFill>
            <p:spPr>
              <a:xfrm>
                <a:off x="7226300" y="501650"/>
                <a:ext cx="57150" cy="3429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Ink 6"/>
              <p14:cNvContentPartPr/>
              <p14:nvPr/>
            </p14:nvContentPartPr>
            <p14:xfrm>
              <a:off x="7086600" y="749300"/>
              <a:ext cx="228600" cy="19050"/>
            </p14:xfrm>
          </p:contentPart>
        </mc:Choice>
        <mc:Fallback xmlns="">
          <p:pic>
            <p:nvPicPr>
              <p:cNvPr id="7" name="Ink 6"/>
            </p:nvPicPr>
            <p:blipFill>
              <a:blip r:embed="rId8"/>
            </p:blipFill>
            <p:spPr>
              <a:xfrm>
                <a:off x="7086600" y="749300"/>
                <a:ext cx="228600" cy="190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Ink 7"/>
              <p14:cNvContentPartPr/>
              <p14:nvPr/>
            </p14:nvContentPartPr>
            <p14:xfrm>
              <a:off x="6946900" y="406400"/>
              <a:ext cx="50800" cy="622300"/>
            </p14:xfrm>
          </p:contentPart>
        </mc:Choice>
        <mc:Fallback xmlns="">
          <p:pic>
            <p:nvPicPr>
              <p:cNvPr id="8" name="Ink 7"/>
            </p:nvPicPr>
            <p:blipFill>
              <a:blip r:embed="rId10"/>
            </p:blipFill>
            <p:spPr>
              <a:xfrm>
                <a:off x="6946900" y="406400"/>
                <a:ext cx="50800" cy="6223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Ink 8"/>
              <p14:cNvContentPartPr/>
              <p14:nvPr/>
            </p14:nvContentPartPr>
            <p14:xfrm>
              <a:off x="6946900" y="387350"/>
              <a:ext cx="609600" cy="685800"/>
            </p14:xfrm>
          </p:contentPart>
        </mc:Choice>
        <mc:Fallback xmlns="">
          <p:pic>
            <p:nvPicPr>
              <p:cNvPr id="9" name="Ink 8"/>
            </p:nvPicPr>
            <p:blipFill>
              <a:blip r:embed="rId12"/>
            </p:blipFill>
            <p:spPr>
              <a:xfrm>
                <a:off x="6946900" y="387350"/>
                <a:ext cx="609600" cy="6858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Ink 9"/>
              <p14:cNvContentPartPr/>
              <p14:nvPr/>
            </p14:nvContentPartPr>
            <p14:xfrm>
              <a:off x="11106150" y="361950"/>
              <a:ext cx="31750" cy="393700"/>
            </p14:xfrm>
          </p:contentPart>
        </mc:Choice>
        <mc:Fallback xmlns="">
          <p:pic>
            <p:nvPicPr>
              <p:cNvPr id="10" name="Ink 9"/>
            </p:nvPicPr>
            <p:blipFill>
              <a:blip r:embed="rId14"/>
            </p:blipFill>
            <p:spPr>
              <a:xfrm>
                <a:off x="11106150" y="361950"/>
                <a:ext cx="31750" cy="39370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Ink 10"/>
              <p14:cNvContentPartPr/>
              <p14:nvPr/>
            </p14:nvContentPartPr>
            <p14:xfrm>
              <a:off x="11061700" y="361950"/>
              <a:ext cx="279400" cy="406400"/>
            </p14:xfrm>
          </p:contentPart>
        </mc:Choice>
        <mc:Fallback xmlns="">
          <p:pic>
            <p:nvPicPr>
              <p:cNvPr id="11" name="Ink 10"/>
            </p:nvPicPr>
            <p:blipFill>
              <a:blip r:embed="rId16"/>
            </p:blipFill>
            <p:spPr>
              <a:xfrm>
                <a:off x="11061700" y="361950"/>
                <a:ext cx="279400" cy="4064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Ink 11"/>
              <p14:cNvContentPartPr/>
              <p14:nvPr/>
            </p14:nvContentPartPr>
            <p14:xfrm>
              <a:off x="10947400" y="323850"/>
              <a:ext cx="19050" cy="520700"/>
            </p14:xfrm>
          </p:contentPart>
        </mc:Choice>
        <mc:Fallback xmlns="">
          <p:pic>
            <p:nvPicPr>
              <p:cNvPr id="12" name="Ink 11"/>
            </p:nvPicPr>
            <p:blipFill>
              <a:blip r:embed="rId18"/>
            </p:blipFill>
            <p:spPr>
              <a:xfrm>
                <a:off x="10947400" y="323850"/>
                <a:ext cx="19050" cy="5207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Ink 12"/>
              <p14:cNvContentPartPr/>
              <p14:nvPr/>
            </p14:nvContentPartPr>
            <p14:xfrm>
              <a:off x="10845800" y="260350"/>
              <a:ext cx="685800" cy="603250"/>
            </p14:xfrm>
          </p:contentPart>
        </mc:Choice>
        <mc:Fallback xmlns="">
          <p:pic>
            <p:nvPicPr>
              <p:cNvPr id="13" name="Ink 12"/>
            </p:nvPicPr>
            <p:blipFill>
              <a:blip r:embed="rId20"/>
            </p:blipFill>
            <p:spPr>
              <a:xfrm>
                <a:off x="10845800" y="260350"/>
                <a:ext cx="685800" cy="6032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Ink 13"/>
              <p14:cNvContentPartPr/>
              <p14:nvPr/>
            </p14:nvContentPartPr>
            <p14:xfrm>
              <a:off x="8890000" y="1714500"/>
              <a:ext cx="6350" cy="552450"/>
            </p14:xfrm>
          </p:contentPart>
        </mc:Choice>
        <mc:Fallback xmlns="">
          <p:pic>
            <p:nvPicPr>
              <p:cNvPr id="14" name="Ink 13"/>
            </p:nvPicPr>
            <p:blipFill>
              <a:blip r:embed="rId22"/>
            </p:blipFill>
            <p:spPr>
              <a:xfrm>
                <a:off x="8890000" y="1714500"/>
                <a:ext cx="6350" cy="5524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Ink 14"/>
              <p14:cNvContentPartPr/>
              <p14:nvPr/>
            </p14:nvContentPartPr>
            <p14:xfrm>
              <a:off x="8858250" y="1720850"/>
              <a:ext cx="755650" cy="558800"/>
            </p14:xfrm>
          </p:contentPart>
        </mc:Choice>
        <mc:Fallback xmlns="">
          <p:pic>
            <p:nvPicPr>
              <p:cNvPr id="15" name="Ink 14"/>
            </p:nvPicPr>
            <p:blipFill>
              <a:blip r:embed="rId24"/>
            </p:blipFill>
            <p:spPr>
              <a:xfrm>
                <a:off x="8858250" y="1720850"/>
                <a:ext cx="755650" cy="5588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Ink 15"/>
              <p14:cNvContentPartPr/>
              <p14:nvPr/>
            </p14:nvContentPartPr>
            <p14:xfrm>
              <a:off x="9169400" y="1892300"/>
              <a:ext cx="6350" cy="323850"/>
            </p14:xfrm>
          </p:contentPart>
        </mc:Choice>
        <mc:Fallback xmlns="">
          <p:pic>
            <p:nvPicPr>
              <p:cNvPr id="16" name="Ink 15"/>
            </p:nvPicPr>
            <p:blipFill>
              <a:blip r:embed="rId26"/>
            </p:blipFill>
            <p:spPr>
              <a:xfrm>
                <a:off x="9169400" y="1892300"/>
                <a:ext cx="6350" cy="3238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Ink 16"/>
              <p14:cNvContentPartPr/>
              <p14:nvPr/>
            </p14:nvContentPartPr>
            <p14:xfrm>
              <a:off x="9124950" y="1873250"/>
              <a:ext cx="266700" cy="19050"/>
            </p14:xfrm>
          </p:contentPart>
        </mc:Choice>
        <mc:Fallback xmlns="">
          <p:pic>
            <p:nvPicPr>
              <p:cNvPr id="17" name="Ink 16"/>
            </p:nvPicPr>
            <p:blipFill>
              <a:blip r:embed="rId28"/>
            </p:blipFill>
            <p:spPr>
              <a:xfrm>
                <a:off x="9124950" y="1873250"/>
                <a:ext cx="266700" cy="1905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Ink 17"/>
              <p14:cNvContentPartPr/>
              <p14:nvPr/>
            </p14:nvContentPartPr>
            <p14:xfrm>
              <a:off x="9163050" y="2032000"/>
              <a:ext cx="215900" cy="6350"/>
            </p14:xfrm>
          </p:contentPart>
        </mc:Choice>
        <mc:Fallback xmlns="">
          <p:pic>
            <p:nvPicPr>
              <p:cNvPr id="18" name="Ink 17"/>
            </p:nvPicPr>
            <p:blipFill>
              <a:blip r:embed="rId30"/>
            </p:blipFill>
            <p:spPr>
              <a:xfrm>
                <a:off x="9163050" y="2032000"/>
                <a:ext cx="215900" cy="635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Ink 18"/>
              <p14:cNvContentPartPr/>
              <p14:nvPr/>
            </p14:nvContentPartPr>
            <p14:xfrm>
              <a:off x="9175750" y="2178050"/>
              <a:ext cx="196850" cy="6350"/>
            </p14:xfrm>
          </p:contentPart>
        </mc:Choice>
        <mc:Fallback xmlns="">
          <p:pic>
            <p:nvPicPr>
              <p:cNvPr id="19" name="Ink 18"/>
            </p:nvPicPr>
            <p:blipFill>
              <a:blip r:embed="rId32"/>
            </p:blipFill>
            <p:spPr>
              <a:xfrm>
                <a:off x="9175750" y="2178050"/>
                <a:ext cx="196850" cy="63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Ink 19"/>
              <p14:cNvContentPartPr/>
              <p14:nvPr/>
            </p14:nvContentPartPr>
            <p14:xfrm>
              <a:off x="6985000" y="1263650"/>
              <a:ext cx="12700" cy="228600"/>
            </p14:xfrm>
          </p:contentPart>
        </mc:Choice>
        <mc:Fallback xmlns="">
          <p:pic>
            <p:nvPicPr>
              <p:cNvPr id="20" name="Ink 19"/>
            </p:nvPicPr>
            <p:blipFill>
              <a:blip r:embed="rId34"/>
            </p:blipFill>
            <p:spPr>
              <a:xfrm>
                <a:off x="6985000" y="1263650"/>
                <a:ext cx="12700" cy="22860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Ink 20"/>
              <p14:cNvContentPartPr/>
              <p14:nvPr/>
            </p14:nvContentPartPr>
            <p14:xfrm>
              <a:off x="6991350" y="1282700"/>
              <a:ext cx="12700" cy="360"/>
            </p14:xfrm>
          </p:contentPart>
        </mc:Choice>
        <mc:Fallback xmlns="">
          <p:pic>
            <p:nvPicPr>
              <p:cNvPr id="21" name="Ink 20"/>
            </p:nvPicPr>
            <p:blipFill>
              <a:blip r:embed="rId2"/>
            </p:blipFill>
            <p:spPr>
              <a:xfrm>
                <a:off x="6991350" y="1282700"/>
                <a:ext cx="12700" cy="360"/>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2" name="Ink 21"/>
              <p14:cNvContentPartPr/>
              <p14:nvPr/>
            </p14:nvContentPartPr>
            <p14:xfrm>
              <a:off x="7156450" y="1238250"/>
              <a:ext cx="139700" cy="139700"/>
            </p14:xfrm>
          </p:contentPart>
        </mc:Choice>
        <mc:Fallback xmlns="">
          <p:pic>
            <p:nvPicPr>
              <p:cNvPr id="22" name="Ink 21"/>
            </p:nvPicPr>
            <p:blipFill>
              <a:blip r:embed="rId37"/>
            </p:blipFill>
            <p:spPr>
              <a:xfrm>
                <a:off x="7156450" y="1238250"/>
                <a:ext cx="139700" cy="139700"/>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3" name="Ink 22"/>
              <p14:cNvContentPartPr/>
              <p14:nvPr/>
            </p14:nvContentPartPr>
            <p14:xfrm>
              <a:off x="7289800" y="1181100"/>
              <a:ext cx="38100" cy="203200"/>
            </p14:xfrm>
          </p:contentPart>
        </mc:Choice>
        <mc:Fallback xmlns="">
          <p:pic>
            <p:nvPicPr>
              <p:cNvPr id="23" name="Ink 22"/>
            </p:nvPicPr>
            <p:blipFill>
              <a:blip r:embed="rId39"/>
            </p:blipFill>
            <p:spPr>
              <a:xfrm>
                <a:off x="7289800" y="1181100"/>
                <a:ext cx="38100" cy="20320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4" name="Ink 23"/>
              <p14:cNvContentPartPr/>
              <p14:nvPr/>
            </p14:nvContentPartPr>
            <p14:xfrm>
              <a:off x="7283450" y="1263650"/>
              <a:ext cx="12700" cy="360"/>
            </p14:xfrm>
          </p:contentPart>
        </mc:Choice>
        <mc:Fallback xmlns="">
          <p:pic>
            <p:nvPicPr>
              <p:cNvPr id="24" name="Ink 23"/>
            </p:nvPicPr>
            <p:blipFill>
              <a:blip r:embed="rId2"/>
            </p:blipFill>
            <p:spPr>
              <a:xfrm>
                <a:off x="7283450" y="1263650"/>
                <a:ext cx="12700" cy="36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5" name="Ink 24"/>
              <p14:cNvContentPartPr/>
              <p14:nvPr/>
            </p14:nvContentPartPr>
            <p14:xfrm>
              <a:off x="6972300" y="1289050"/>
              <a:ext cx="12700" cy="360"/>
            </p14:xfrm>
          </p:contentPart>
        </mc:Choice>
        <mc:Fallback xmlns="">
          <p:pic>
            <p:nvPicPr>
              <p:cNvPr id="25" name="Ink 24"/>
            </p:nvPicPr>
            <p:blipFill>
              <a:blip r:embed="rId2"/>
            </p:blipFill>
            <p:spPr>
              <a:xfrm>
                <a:off x="6972300" y="1289050"/>
                <a:ext cx="12700" cy="360"/>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6" name="Ink 25"/>
              <p14:cNvContentPartPr/>
              <p14:nvPr/>
            </p14:nvContentPartPr>
            <p14:xfrm>
              <a:off x="6972300" y="1631950"/>
              <a:ext cx="12700" cy="360"/>
            </p14:xfrm>
          </p:contentPart>
        </mc:Choice>
        <mc:Fallback xmlns="">
          <p:pic>
            <p:nvPicPr>
              <p:cNvPr id="26" name="Ink 25"/>
            </p:nvPicPr>
            <p:blipFill>
              <a:blip r:embed="rId2"/>
            </p:blipFill>
            <p:spPr>
              <a:xfrm>
                <a:off x="6972300" y="1631950"/>
                <a:ext cx="12700" cy="36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7" name="Ink 26"/>
              <p14:cNvContentPartPr/>
              <p14:nvPr/>
            </p14:nvContentPartPr>
            <p14:xfrm>
              <a:off x="6972300" y="1289050"/>
              <a:ext cx="12700" cy="360"/>
            </p14:xfrm>
          </p:contentPart>
        </mc:Choice>
        <mc:Fallback xmlns="">
          <p:pic>
            <p:nvPicPr>
              <p:cNvPr id="27" name="Ink 26"/>
            </p:nvPicPr>
            <p:blipFill>
              <a:blip r:embed="rId2"/>
            </p:blipFill>
            <p:spPr>
              <a:xfrm>
                <a:off x="6972300" y="1289050"/>
                <a:ext cx="12700" cy="36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8" name="Ink 27"/>
              <p14:cNvContentPartPr/>
              <p14:nvPr/>
            </p14:nvContentPartPr>
            <p14:xfrm>
              <a:off x="7296150" y="1314450"/>
              <a:ext cx="12700" cy="360"/>
            </p14:xfrm>
          </p:contentPart>
        </mc:Choice>
        <mc:Fallback xmlns="">
          <p:pic>
            <p:nvPicPr>
              <p:cNvPr id="28" name="Ink 27"/>
            </p:nvPicPr>
            <p:blipFill>
              <a:blip r:embed="rId2"/>
            </p:blipFill>
            <p:spPr>
              <a:xfrm>
                <a:off x="7296150" y="1314450"/>
                <a:ext cx="12700" cy="36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9" name="Ink 28"/>
              <p14:cNvContentPartPr/>
              <p14:nvPr/>
            </p14:nvContentPartPr>
            <p14:xfrm>
              <a:off x="7518400" y="1187450"/>
              <a:ext cx="76200" cy="215900"/>
            </p14:xfrm>
          </p:contentPart>
        </mc:Choice>
        <mc:Fallback xmlns="">
          <p:pic>
            <p:nvPicPr>
              <p:cNvPr id="29" name="Ink 28"/>
            </p:nvPicPr>
            <p:blipFill>
              <a:blip r:embed="rId46"/>
            </p:blipFill>
            <p:spPr>
              <a:xfrm>
                <a:off x="7518400" y="1187450"/>
                <a:ext cx="76200" cy="215900"/>
              </a:xfrm>
              <a:prstGeom prst="rect"/>
            </p:spPr>
          </p:pic>
        </mc:Fallback>
      </mc:AlternateContent>
      <mc:AlternateContent xmlns:mc="http://schemas.openxmlformats.org/markup-compatibility/2006" xmlns:p14="http://schemas.microsoft.com/office/powerpoint/2010/main">
        <mc:Choice Requires="p14">
          <p:contentPart r:id="rId47" p14:bwMode="auto">
            <p14:nvContentPartPr>
              <p14:cNvPr id="30" name="Ink 29"/>
              <p14:cNvContentPartPr/>
              <p14:nvPr/>
            </p14:nvContentPartPr>
            <p14:xfrm>
              <a:off x="7594600" y="1181100"/>
              <a:ext cx="101600" cy="171450"/>
            </p14:xfrm>
          </p:contentPart>
        </mc:Choice>
        <mc:Fallback xmlns="">
          <p:pic>
            <p:nvPicPr>
              <p:cNvPr id="30" name="Ink 29"/>
            </p:nvPicPr>
            <p:blipFill>
              <a:blip r:embed="rId48"/>
            </p:blipFill>
            <p:spPr>
              <a:xfrm>
                <a:off x="7594600" y="1181100"/>
                <a:ext cx="101600" cy="17145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1" name="Ink 30"/>
              <p14:cNvContentPartPr/>
              <p14:nvPr/>
            </p14:nvContentPartPr>
            <p14:xfrm>
              <a:off x="7543800" y="1327150"/>
              <a:ext cx="12700" cy="360"/>
            </p14:xfrm>
          </p:contentPart>
        </mc:Choice>
        <mc:Fallback xmlns="">
          <p:pic>
            <p:nvPicPr>
              <p:cNvPr id="31" name="Ink 30"/>
            </p:nvPicPr>
            <p:blipFill>
              <a:blip r:embed="rId2"/>
            </p:blipFill>
            <p:spPr>
              <a:xfrm>
                <a:off x="7543800" y="1327150"/>
                <a:ext cx="12700" cy="360"/>
              </a:xfrm>
              <a:prstGeom prst="rect"/>
            </p:spPr>
          </p:pic>
        </mc:Fallback>
      </mc:AlternateContent>
      <mc:AlternateContent xmlns:mc="http://schemas.openxmlformats.org/markup-compatibility/2006" xmlns:p14="http://schemas.microsoft.com/office/powerpoint/2010/main">
        <mc:Choice Requires="p14">
          <p:contentPart r:id="rId50" p14:bwMode="auto">
            <p14:nvContentPartPr>
              <p14:cNvPr id="32" name="Ink 31"/>
              <p14:cNvContentPartPr/>
              <p14:nvPr/>
            </p14:nvContentPartPr>
            <p14:xfrm>
              <a:off x="6972300" y="1289050"/>
              <a:ext cx="12700" cy="360"/>
            </p14:xfrm>
          </p:contentPart>
        </mc:Choice>
        <mc:Fallback xmlns="">
          <p:pic>
            <p:nvPicPr>
              <p:cNvPr id="32" name="Ink 31"/>
            </p:nvPicPr>
            <p:blipFill>
              <a:blip r:embed="rId2"/>
            </p:blipFill>
            <p:spPr>
              <a:xfrm>
                <a:off x="6972300" y="1289050"/>
                <a:ext cx="12700" cy="360"/>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33" name="Ink 32"/>
              <p14:cNvContentPartPr/>
              <p14:nvPr/>
            </p14:nvContentPartPr>
            <p14:xfrm>
              <a:off x="8223250" y="654050"/>
              <a:ext cx="1943100" cy="69850"/>
            </p14:xfrm>
          </p:contentPart>
        </mc:Choice>
        <mc:Fallback xmlns="">
          <p:pic>
            <p:nvPicPr>
              <p:cNvPr id="33" name="Ink 32"/>
            </p:nvPicPr>
            <p:blipFill>
              <a:blip r:embed="rId52"/>
            </p:blipFill>
            <p:spPr>
              <a:xfrm>
                <a:off x="8223250" y="654050"/>
                <a:ext cx="1943100" cy="69850"/>
              </a:xfrm>
              <a:prstGeom prst="rect"/>
            </p:spPr>
          </p:pic>
        </mc:Fallback>
      </mc:AlternateContent>
      <mc:AlternateContent xmlns:mc="http://schemas.openxmlformats.org/markup-compatibility/2006" xmlns:p14="http://schemas.microsoft.com/office/powerpoint/2010/main">
        <mc:Choice Requires="p14">
          <p:contentPart r:id="rId53" p14:bwMode="auto">
            <p14:nvContentPartPr>
              <p14:cNvPr id="34" name="Ink 33"/>
              <p14:cNvContentPartPr/>
              <p14:nvPr/>
            </p14:nvContentPartPr>
            <p14:xfrm>
              <a:off x="10013950" y="622300"/>
              <a:ext cx="12700" cy="360"/>
            </p14:xfrm>
          </p:contentPart>
        </mc:Choice>
        <mc:Fallback xmlns="">
          <p:pic>
            <p:nvPicPr>
              <p:cNvPr id="34" name="Ink 33"/>
            </p:nvPicPr>
            <p:blipFill>
              <a:blip r:embed="rId2"/>
            </p:blipFill>
            <p:spPr>
              <a:xfrm>
                <a:off x="10013950" y="622300"/>
                <a:ext cx="12700" cy="360"/>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35" name="Ink 34"/>
              <p14:cNvContentPartPr/>
              <p14:nvPr/>
            </p14:nvContentPartPr>
            <p14:xfrm>
              <a:off x="8870950" y="254000"/>
              <a:ext cx="476250" cy="304800"/>
            </p14:xfrm>
          </p:contentPart>
        </mc:Choice>
        <mc:Fallback xmlns="">
          <p:pic>
            <p:nvPicPr>
              <p:cNvPr id="35" name="Ink 34"/>
            </p:nvPicPr>
            <p:blipFill>
              <a:blip r:embed="rId55"/>
            </p:blipFill>
            <p:spPr>
              <a:xfrm>
                <a:off x="8870950" y="254000"/>
                <a:ext cx="476250" cy="304800"/>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36" name="Ink 35"/>
              <p14:cNvContentPartPr/>
              <p14:nvPr/>
            </p14:nvContentPartPr>
            <p14:xfrm>
              <a:off x="5143500" y="1073150"/>
              <a:ext cx="19050" cy="673100"/>
            </p14:xfrm>
          </p:contentPart>
        </mc:Choice>
        <mc:Fallback xmlns="">
          <p:pic>
            <p:nvPicPr>
              <p:cNvPr id="36" name="Ink 35"/>
            </p:nvPicPr>
            <p:blipFill>
              <a:blip r:embed="rId57"/>
            </p:blipFill>
            <p:spPr>
              <a:xfrm>
                <a:off x="5143500" y="1073150"/>
                <a:ext cx="19050" cy="673100"/>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37" name="Ink 36"/>
              <p14:cNvContentPartPr/>
              <p14:nvPr/>
            </p14:nvContentPartPr>
            <p14:xfrm>
              <a:off x="5143500" y="1022350"/>
              <a:ext cx="1136650" cy="641350"/>
            </p14:xfrm>
          </p:contentPart>
        </mc:Choice>
        <mc:Fallback xmlns="">
          <p:pic>
            <p:nvPicPr>
              <p:cNvPr id="37" name="Ink 36"/>
            </p:nvPicPr>
            <p:blipFill>
              <a:blip r:embed="rId59"/>
            </p:blipFill>
            <p:spPr>
              <a:xfrm>
                <a:off x="5143500" y="1022350"/>
                <a:ext cx="1136650" cy="641350"/>
              </a:xfrm>
              <a:prstGeom prst="rect"/>
            </p:spPr>
          </p:pic>
        </mc:Fallback>
      </mc:AlternateContent>
      <mc:AlternateContent xmlns:mc="http://schemas.openxmlformats.org/markup-compatibility/2006" xmlns:p14="http://schemas.microsoft.com/office/powerpoint/2010/main">
        <mc:Choice Requires="p14">
          <p:contentPart r:id="rId60" p14:bwMode="auto">
            <p14:nvContentPartPr>
              <p14:cNvPr id="38" name="Ink 37"/>
              <p14:cNvContentPartPr/>
              <p14:nvPr/>
            </p14:nvContentPartPr>
            <p14:xfrm>
              <a:off x="4241800" y="1193800"/>
              <a:ext cx="57150" cy="450850"/>
            </p14:xfrm>
          </p:contentPart>
        </mc:Choice>
        <mc:Fallback xmlns="">
          <p:pic>
            <p:nvPicPr>
              <p:cNvPr id="38" name="Ink 37"/>
            </p:nvPicPr>
            <p:blipFill>
              <a:blip r:embed="rId61"/>
            </p:blipFill>
            <p:spPr>
              <a:xfrm>
                <a:off x="4241800" y="1193800"/>
                <a:ext cx="57150" cy="450850"/>
              </a:xfrm>
              <a:prstGeom prst="rect"/>
            </p:spPr>
          </p:pic>
        </mc:Fallback>
      </mc:AlternateContent>
      <mc:AlternateContent xmlns:mc="http://schemas.openxmlformats.org/markup-compatibility/2006" xmlns:p14="http://schemas.microsoft.com/office/powerpoint/2010/main">
        <mc:Choice Requires="p14">
          <p:contentPart r:id="rId62" p14:bwMode="auto">
            <p14:nvContentPartPr>
              <p14:cNvPr id="39" name="Ink 38"/>
              <p14:cNvContentPartPr/>
              <p14:nvPr/>
            </p14:nvContentPartPr>
            <p14:xfrm>
              <a:off x="4229100" y="1123950"/>
              <a:ext cx="260350" cy="317500"/>
            </p14:xfrm>
          </p:contentPart>
        </mc:Choice>
        <mc:Fallback xmlns="">
          <p:pic>
            <p:nvPicPr>
              <p:cNvPr id="39" name="Ink 38"/>
            </p:nvPicPr>
            <p:blipFill>
              <a:blip r:embed="rId63"/>
            </p:blipFill>
            <p:spPr>
              <a:xfrm>
                <a:off x="4229100" y="1123950"/>
                <a:ext cx="260350" cy="317500"/>
              </a:xfrm>
              <a:prstGeom prst="rect"/>
            </p:spPr>
          </p:pic>
        </mc:Fallback>
      </mc:AlternateContent>
      <mc:AlternateContent xmlns:mc="http://schemas.openxmlformats.org/markup-compatibility/2006" xmlns:p14="http://schemas.microsoft.com/office/powerpoint/2010/main">
        <mc:Choice Requires="p14">
          <p:contentPart r:id="rId64" p14:bwMode="auto">
            <p14:nvContentPartPr>
              <p14:cNvPr id="40" name="Ink 39"/>
              <p14:cNvContentPartPr/>
              <p14:nvPr/>
            </p14:nvContentPartPr>
            <p14:xfrm>
              <a:off x="4584700" y="1066800"/>
              <a:ext cx="31750" cy="495300"/>
            </p14:xfrm>
          </p:contentPart>
        </mc:Choice>
        <mc:Fallback xmlns="">
          <p:pic>
            <p:nvPicPr>
              <p:cNvPr id="40" name="Ink 39"/>
            </p:nvPicPr>
            <p:blipFill>
              <a:blip r:embed="rId65"/>
            </p:blipFill>
            <p:spPr>
              <a:xfrm>
                <a:off x="4584700" y="1066800"/>
                <a:ext cx="31750" cy="495300"/>
              </a:xfrm>
              <a:prstGeom prst="rect"/>
            </p:spPr>
          </p:pic>
        </mc:Fallback>
      </mc:AlternateContent>
      <mc:AlternateContent xmlns:mc="http://schemas.openxmlformats.org/markup-compatibility/2006" xmlns:p14="http://schemas.microsoft.com/office/powerpoint/2010/main">
        <mc:Choice Requires="p14">
          <p:contentPart r:id="rId66" p14:bwMode="auto">
            <p14:nvContentPartPr>
              <p14:cNvPr id="41" name="Ink 40"/>
              <p14:cNvContentPartPr/>
              <p14:nvPr/>
            </p14:nvContentPartPr>
            <p14:xfrm>
              <a:off x="4584700" y="1162050"/>
              <a:ext cx="323850" cy="285750"/>
            </p14:xfrm>
          </p:contentPart>
        </mc:Choice>
        <mc:Fallback xmlns="">
          <p:pic>
            <p:nvPicPr>
              <p:cNvPr id="41" name="Ink 40"/>
            </p:nvPicPr>
            <p:blipFill>
              <a:blip r:embed="rId67"/>
            </p:blipFill>
            <p:spPr>
              <a:xfrm>
                <a:off x="4584700" y="1162050"/>
                <a:ext cx="323850" cy="285750"/>
              </a:xfrm>
              <a:prstGeom prst="rect"/>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Attacks (contd.)</a:t>
            </a:r>
            <a:endParaRPr lang="en-GB" dirty="0"/>
          </a:p>
        </p:txBody>
      </p:sp>
      <p:sp>
        <p:nvSpPr>
          <p:cNvPr id="3" name="Content Placeholder 2"/>
          <p:cNvSpPr>
            <a:spLocks noGrp="1"/>
          </p:cNvSpPr>
          <p:nvPr>
            <p:ph idx="1"/>
          </p:nvPr>
        </p:nvSpPr>
        <p:spPr/>
        <p:txBody>
          <a:bodyPr/>
          <a:lstStyle/>
          <a:p>
            <a:pPr marL="0" indent="0">
              <a:buNone/>
            </a:pPr>
            <a:r>
              <a:rPr lang="en-GB" b="1" dirty="0"/>
              <a:t>Precomputation Attacks</a:t>
            </a:r>
            <a:r>
              <a:rPr lang="en-GB" dirty="0"/>
              <a:t>:</a:t>
            </a:r>
            <a:endParaRPr lang="en-GB" dirty="0"/>
          </a:p>
          <a:p>
            <a:pPr>
              <a:buFont typeface="Arial" panose="020B0604020202020204" pitchFamily="34" charset="0"/>
              <a:buChar char="•"/>
            </a:pPr>
            <a:r>
              <a:rPr lang="en-GB" dirty="0"/>
              <a:t>For small prime numbers, an attacker can precompute all possible values of g</a:t>
            </a:r>
            <a:r>
              <a:rPr lang="en-GB" baseline="30000" dirty="0"/>
              <a:t>x</a:t>
            </a:r>
            <a:r>
              <a:rPr lang="en-GB" dirty="0"/>
              <a:t> mod p and use this lookup table to speed up the breaking of the system.</a:t>
            </a:r>
            <a:endParaRPr lang="en-GB" dirty="0"/>
          </a:p>
          <a:p>
            <a:pPr>
              <a:buFont typeface="Arial" panose="020B0604020202020204" pitchFamily="34" charset="0"/>
              <a:buChar char="•"/>
            </a:pPr>
            <a:r>
              <a:rPr lang="en-GB" b="1" dirty="0"/>
              <a:t>Solution</a:t>
            </a:r>
            <a:r>
              <a:rPr lang="en-GB" dirty="0"/>
              <a:t>: Use large prime numbers (2048-bit or more) to ensure security.</a:t>
            </a:r>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ElGamal</a:t>
            </a:r>
            <a:r>
              <a:rPr lang="en-GB" dirty="0"/>
              <a:t> Encryption Algorithm</a:t>
            </a:r>
            <a:endParaRPr lang="en-GB" dirty="0"/>
          </a:p>
        </p:txBody>
      </p:sp>
      <p:sp>
        <p:nvSpPr>
          <p:cNvPr id="3" name="Content Placeholder 2"/>
          <p:cNvSpPr>
            <a:spLocks noGrp="1"/>
          </p:cNvSpPr>
          <p:nvPr>
            <p:ph idx="1"/>
          </p:nvPr>
        </p:nvSpPr>
        <p:spPr/>
        <p:txBody>
          <a:bodyPr/>
          <a:lstStyle/>
          <a:p>
            <a:r>
              <a:rPr lang="en-GB" dirty="0" err="1"/>
              <a:t>ElGamal</a:t>
            </a:r>
            <a:r>
              <a:rPr lang="en-GB" dirty="0"/>
              <a:t> Encryption is a public-key cryptosystem. </a:t>
            </a:r>
            <a:endParaRPr lang="en-GB" dirty="0"/>
          </a:p>
          <a:p>
            <a:r>
              <a:rPr lang="en-GB" dirty="0"/>
              <a:t>It uses asymmetric key encryption for communicating between two parties and encrypting the message. </a:t>
            </a:r>
            <a:endParaRPr lang="en-GB" dirty="0"/>
          </a:p>
          <a:p>
            <a:r>
              <a:rPr lang="en-GB" dirty="0"/>
              <a:t>This cryptosystem is based on the difficulty of finding discrete logarithms in a cyclic group that is even if we know g</a:t>
            </a:r>
            <a:r>
              <a:rPr lang="en-GB" baseline="30000" dirty="0"/>
              <a:t>a</a:t>
            </a:r>
            <a:r>
              <a:rPr lang="en-GB" dirty="0"/>
              <a:t> and g</a:t>
            </a:r>
            <a:r>
              <a:rPr lang="en-GB" baseline="30000" dirty="0"/>
              <a:t>k</a:t>
            </a:r>
            <a:r>
              <a:rPr lang="en-GB" dirty="0"/>
              <a:t>, it is extremely difficult to compute g</a:t>
            </a:r>
            <a:r>
              <a:rPr lang="en-GB" baseline="30000" dirty="0"/>
              <a:t>ak</a:t>
            </a:r>
            <a:r>
              <a:rPr lang="en-GB" dirty="0"/>
              <a:t>. </a:t>
            </a:r>
            <a:endParaRPr lang="en-GB" dirty="0"/>
          </a:p>
          <a:p>
            <a:r>
              <a:rPr lang="en-GB" dirty="0"/>
              <a:t>It was invented by Taher </a:t>
            </a:r>
            <a:r>
              <a:rPr lang="en-GB" dirty="0" err="1"/>
              <a:t>ElGamal</a:t>
            </a:r>
            <a:r>
              <a:rPr lang="en-GB" dirty="0"/>
              <a:t> in 1985.</a:t>
            </a: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Components</a:t>
            </a:r>
            <a:endParaRPr lang="en-GB" dirty="0"/>
          </a:p>
        </p:txBody>
      </p:sp>
      <p:sp>
        <p:nvSpPr>
          <p:cNvPr id="3" name="Content Placeholder 2"/>
          <p:cNvSpPr>
            <a:spLocks noGrp="1"/>
          </p:cNvSpPr>
          <p:nvPr>
            <p:ph idx="1"/>
          </p:nvPr>
        </p:nvSpPr>
        <p:spPr/>
        <p:txBody>
          <a:bodyPr/>
          <a:lstStyle/>
          <a:p>
            <a:pPr marL="0" indent="0">
              <a:buNone/>
            </a:pPr>
            <a:r>
              <a:rPr lang="en-GB" dirty="0"/>
              <a:t>Key Generation:</a:t>
            </a:r>
            <a:endParaRPr lang="en-GB" dirty="0"/>
          </a:p>
          <a:p>
            <a:r>
              <a:rPr lang="en-GB" dirty="0"/>
              <a:t>Public Parameters: Select a large prime number p and a generator g of the multiplicative group (Z*, p).</a:t>
            </a:r>
            <a:endParaRPr lang="en-GB" dirty="0"/>
          </a:p>
          <a:p>
            <a:r>
              <a:rPr lang="en-GB" dirty="0"/>
              <a:t>Private Key: Select a private key x such that 1 ≤ x ≤p − 2.</a:t>
            </a:r>
            <a:endParaRPr lang="en-GB" dirty="0"/>
          </a:p>
          <a:p>
            <a:r>
              <a:rPr lang="en-GB" dirty="0"/>
              <a:t>Public Key: Compute h=g</a:t>
            </a:r>
            <a:r>
              <a:rPr lang="en-GB" baseline="30000" dirty="0"/>
              <a:t>x</a:t>
            </a:r>
            <a:r>
              <a:rPr lang="en-GB" dirty="0"/>
              <a:t> mod  p. The public key is (</a:t>
            </a:r>
            <a:r>
              <a:rPr lang="en-GB" dirty="0" err="1"/>
              <a:t>p,g,h</a:t>
            </a:r>
            <a:r>
              <a:rPr lang="en-GB" dirty="0"/>
              <a:t>) and the private key is x.</a:t>
            </a:r>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Components (contd.)</a:t>
            </a:r>
            <a:endParaRPr lang="en-GB" dirty="0"/>
          </a:p>
        </p:txBody>
      </p:sp>
      <p:sp>
        <p:nvSpPr>
          <p:cNvPr id="3" name="Content Placeholder 2"/>
          <p:cNvSpPr>
            <a:spLocks noGrp="1"/>
          </p:cNvSpPr>
          <p:nvPr>
            <p:ph idx="1"/>
          </p:nvPr>
        </p:nvSpPr>
        <p:spPr/>
        <p:txBody>
          <a:bodyPr/>
          <a:lstStyle/>
          <a:p>
            <a:pPr marL="0" indent="0">
              <a:buNone/>
            </a:pPr>
            <a:r>
              <a:rPr lang="en-GB" dirty="0"/>
              <a:t>Encryption:</a:t>
            </a:r>
            <a:endParaRPr lang="en-GB" dirty="0"/>
          </a:p>
          <a:p>
            <a:r>
              <a:rPr lang="en-GB" dirty="0"/>
              <a:t>To encrypt a message M:</a:t>
            </a:r>
            <a:endParaRPr lang="en-GB" dirty="0"/>
          </a:p>
          <a:p>
            <a:pPr lvl="1"/>
            <a:r>
              <a:rPr lang="en-GB" dirty="0"/>
              <a:t>Choose a random integer k such that 1 ≤ k ≤ p−2.</a:t>
            </a:r>
            <a:endParaRPr lang="en-GB" dirty="0"/>
          </a:p>
          <a:p>
            <a:pPr lvl="1"/>
            <a:r>
              <a:rPr lang="en-GB" dirty="0"/>
              <a:t>Compute C1 = g</a:t>
            </a:r>
            <a:r>
              <a:rPr lang="en-GB" baseline="30000" dirty="0"/>
              <a:t>k</a:t>
            </a:r>
            <a:r>
              <a:rPr lang="en-GB" dirty="0"/>
              <a:t> mod  p.</a:t>
            </a:r>
            <a:endParaRPr lang="en-GB" dirty="0"/>
          </a:p>
          <a:p>
            <a:pPr lvl="1"/>
            <a:r>
              <a:rPr lang="en-GB" dirty="0"/>
              <a:t>Compute C2 =M⋅h</a:t>
            </a:r>
            <a:r>
              <a:rPr lang="en-GB" baseline="30000" dirty="0"/>
              <a:t>k</a:t>
            </a:r>
            <a:r>
              <a:rPr lang="en-GB" dirty="0"/>
              <a:t> mod  p.</a:t>
            </a:r>
            <a:endParaRPr lang="en-GB" dirty="0"/>
          </a:p>
          <a:p>
            <a:pPr lvl="1"/>
            <a:r>
              <a:rPr lang="en-GB" dirty="0"/>
              <a:t>The ciphertext is (c1,c2).</a:t>
            </a:r>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Components (contd.)</a:t>
            </a:r>
            <a:endParaRPr lang="en-GB" dirty="0"/>
          </a:p>
        </p:txBody>
      </p:sp>
      <p:sp>
        <p:nvSpPr>
          <p:cNvPr id="3" name="Content Placeholder 2"/>
          <p:cNvSpPr>
            <a:spLocks noGrp="1"/>
          </p:cNvSpPr>
          <p:nvPr>
            <p:ph idx="1"/>
          </p:nvPr>
        </p:nvSpPr>
        <p:spPr/>
        <p:txBody>
          <a:bodyPr/>
          <a:lstStyle/>
          <a:p>
            <a:pPr marL="0" indent="0">
              <a:buNone/>
            </a:pPr>
            <a:r>
              <a:rPr lang="en-GB" dirty="0"/>
              <a:t>Decryption:</a:t>
            </a:r>
            <a:endParaRPr lang="en-GB" dirty="0"/>
          </a:p>
          <a:p>
            <a:r>
              <a:rPr lang="en-GB" dirty="0"/>
              <a:t>To decrypt the ciphertext (c1,c2) using the private key x:</a:t>
            </a:r>
            <a:endParaRPr lang="en-GB" dirty="0"/>
          </a:p>
          <a:p>
            <a:pPr lvl="1"/>
            <a:r>
              <a:rPr lang="en-GB" dirty="0"/>
              <a:t>Compute the shared secret s = c1</a:t>
            </a:r>
            <a:r>
              <a:rPr lang="en-GB" baseline="30000" dirty="0"/>
              <a:t>x</a:t>
            </a:r>
            <a:r>
              <a:rPr lang="en-GB" dirty="0"/>
              <a:t> mod  p.</a:t>
            </a:r>
            <a:endParaRPr lang="en-GB" dirty="0"/>
          </a:p>
          <a:p>
            <a:pPr lvl="1"/>
            <a:r>
              <a:rPr lang="en-GB" dirty="0"/>
              <a:t>Compute s</a:t>
            </a:r>
            <a:r>
              <a:rPr lang="en-GB" baseline="30000" dirty="0"/>
              <a:t>−1</a:t>
            </a:r>
            <a:r>
              <a:rPr lang="en-GB" dirty="0"/>
              <a:t> mod  p (the modular inverse of s).</a:t>
            </a:r>
            <a:endParaRPr lang="en-GB" dirty="0"/>
          </a:p>
          <a:p>
            <a:pPr lvl="1"/>
            <a:r>
              <a:rPr lang="en-GB" dirty="0"/>
              <a:t>Compute the original message M = C2⋅s</a:t>
            </a:r>
            <a:r>
              <a:rPr lang="en-GB" baseline="30000" dirty="0"/>
              <a:t>−1</a:t>
            </a:r>
            <a:r>
              <a:rPr lang="en-GB" dirty="0"/>
              <a:t> mod  p.</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Idea</a:t>
            </a:r>
            <a:endParaRPr lang="en-GB" dirty="0"/>
          </a:p>
        </p:txBody>
      </p:sp>
      <p:sp>
        <p:nvSpPr>
          <p:cNvPr id="3" name="Content Placeholder 2"/>
          <p:cNvSpPr>
            <a:spLocks noGrp="1"/>
          </p:cNvSpPr>
          <p:nvPr>
            <p:ph idx="1"/>
          </p:nvPr>
        </p:nvSpPr>
        <p:spPr/>
        <p:txBody>
          <a:bodyPr/>
          <a:lstStyle/>
          <a:p>
            <a:r>
              <a:rPr lang="en-GB" dirty="0"/>
              <a:t>Suppose Alice wants to communicate with Bob. </a:t>
            </a:r>
            <a:endParaRPr lang="en-GB" dirty="0"/>
          </a:p>
          <a:p>
            <a:pPr marL="0" indent="0">
              <a:buNone/>
            </a:pPr>
            <a:r>
              <a:rPr lang="en-GB" dirty="0"/>
              <a:t>1. Bob generates public and private keys: </a:t>
            </a:r>
            <a:endParaRPr lang="en-GB" dirty="0"/>
          </a:p>
          <a:p>
            <a:pPr lvl="1"/>
            <a:r>
              <a:rPr lang="en-GB" dirty="0"/>
              <a:t>Bob chooses a very large number q and a cyclic group </a:t>
            </a:r>
            <a:r>
              <a:rPr lang="en-GB" dirty="0" err="1"/>
              <a:t>Fq</a:t>
            </a:r>
            <a:r>
              <a:rPr lang="en-GB" dirty="0"/>
              <a:t>.</a:t>
            </a:r>
            <a:endParaRPr lang="en-GB" dirty="0"/>
          </a:p>
          <a:p>
            <a:pPr lvl="1"/>
            <a:r>
              <a:rPr lang="en-GB" dirty="0"/>
              <a:t>From the cyclic group </a:t>
            </a:r>
            <a:r>
              <a:rPr lang="en-GB" dirty="0" err="1"/>
              <a:t>Fq</a:t>
            </a:r>
            <a:r>
              <a:rPr lang="en-GB" dirty="0"/>
              <a:t>, he choose any element g and an element a such that </a:t>
            </a:r>
            <a:r>
              <a:rPr lang="en-GB" dirty="0" err="1"/>
              <a:t>gcd</a:t>
            </a:r>
            <a:r>
              <a:rPr lang="en-GB" dirty="0"/>
              <a:t>(a, q) = 1.</a:t>
            </a:r>
            <a:endParaRPr lang="en-GB" dirty="0"/>
          </a:p>
          <a:p>
            <a:pPr lvl="1"/>
            <a:r>
              <a:rPr lang="en-GB" dirty="0"/>
              <a:t>Then he computes h = g</a:t>
            </a:r>
            <a:r>
              <a:rPr lang="en-GB" baseline="30000" dirty="0"/>
              <a:t>a</a:t>
            </a:r>
            <a:r>
              <a:rPr lang="en-GB" dirty="0"/>
              <a:t>.</a:t>
            </a:r>
            <a:endParaRPr lang="en-GB" dirty="0"/>
          </a:p>
          <a:p>
            <a:pPr lvl="1"/>
            <a:r>
              <a:rPr lang="en-GB" dirty="0"/>
              <a:t>Bob publishes F, h = g</a:t>
            </a:r>
            <a:r>
              <a:rPr lang="en-GB" baseline="30000" dirty="0"/>
              <a:t>a</a:t>
            </a:r>
            <a:r>
              <a:rPr lang="en-GB" dirty="0"/>
              <a:t>, q, and g as his public key and retains a as a private key.</a:t>
            </a: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Idea (contd.)</a:t>
            </a:r>
            <a:endParaRPr lang="en-GB" dirty="0"/>
          </a:p>
        </p:txBody>
      </p:sp>
      <p:sp>
        <p:nvSpPr>
          <p:cNvPr id="3" name="Content Placeholder 2"/>
          <p:cNvSpPr>
            <a:spLocks noGrp="1"/>
          </p:cNvSpPr>
          <p:nvPr>
            <p:ph idx="1"/>
          </p:nvPr>
        </p:nvSpPr>
        <p:spPr/>
        <p:txBody>
          <a:bodyPr/>
          <a:lstStyle/>
          <a:p>
            <a:pPr marL="0" indent="0">
              <a:buNone/>
            </a:pPr>
            <a:r>
              <a:rPr lang="en-GB" dirty="0"/>
              <a:t>2. Alice encrypts data using Bob’s public key : </a:t>
            </a:r>
            <a:endParaRPr lang="en-GB" dirty="0"/>
          </a:p>
          <a:p>
            <a:pPr lvl="1"/>
            <a:r>
              <a:rPr lang="en-GB" dirty="0"/>
              <a:t>Alice selects an element k from cyclic group F  such that </a:t>
            </a:r>
            <a:r>
              <a:rPr lang="en-GB" dirty="0" err="1"/>
              <a:t>gcd</a:t>
            </a:r>
            <a:r>
              <a:rPr lang="en-GB" dirty="0"/>
              <a:t>(k, q) = 1.</a:t>
            </a:r>
            <a:endParaRPr lang="en-GB" dirty="0"/>
          </a:p>
          <a:p>
            <a:pPr lvl="1"/>
            <a:r>
              <a:rPr lang="en-GB" dirty="0"/>
              <a:t>Then she computes p = g</a:t>
            </a:r>
            <a:r>
              <a:rPr lang="en-GB" baseline="30000" dirty="0"/>
              <a:t>k</a:t>
            </a:r>
            <a:r>
              <a:rPr lang="en-GB" dirty="0"/>
              <a:t> and s = h</a:t>
            </a:r>
            <a:r>
              <a:rPr lang="en-GB" baseline="30000" dirty="0"/>
              <a:t>k </a:t>
            </a:r>
            <a:r>
              <a:rPr lang="en-GB" dirty="0"/>
              <a:t>= g</a:t>
            </a:r>
            <a:r>
              <a:rPr lang="en-GB" baseline="30000" dirty="0"/>
              <a:t>ak</a:t>
            </a:r>
            <a:r>
              <a:rPr lang="en-GB" dirty="0"/>
              <a:t>.</a:t>
            </a:r>
            <a:endParaRPr lang="en-GB" dirty="0"/>
          </a:p>
          <a:p>
            <a:pPr lvl="1"/>
            <a:r>
              <a:rPr lang="en-GB" dirty="0"/>
              <a:t>She multiples s with M.</a:t>
            </a:r>
            <a:endParaRPr lang="en-GB" dirty="0"/>
          </a:p>
          <a:p>
            <a:pPr lvl="1"/>
            <a:r>
              <a:rPr lang="en-GB" dirty="0"/>
              <a:t>Then she sends (p, M*s) = (g</a:t>
            </a:r>
            <a:r>
              <a:rPr lang="en-GB" baseline="30000" dirty="0"/>
              <a:t>k</a:t>
            </a:r>
            <a:r>
              <a:rPr lang="en-GB" dirty="0"/>
              <a:t>, M*s).</a:t>
            </a: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Idea (contd.)</a:t>
            </a:r>
            <a:endParaRPr lang="en-GB" dirty="0"/>
          </a:p>
        </p:txBody>
      </p:sp>
      <p:sp>
        <p:nvSpPr>
          <p:cNvPr id="3" name="Content Placeholder 2"/>
          <p:cNvSpPr>
            <a:spLocks noGrp="1"/>
          </p:cNvSpPr>
          <p:nvPr>
            <p:ph idx="1"/>
          </p:nvPr>
        </p:nvSpPr>
        <p:spPr/>
        <p:txBody>
          <a:bodyPr/>
          <a:lstStyle/>
          <a:p>
            <a:pPr marL="0" indent="0">
              <a:buNone/>
            </a:pPr>
            <a:r>
              <a:rPr lang="en-GB" dirty="0"/>
              <a:t>3. Bob decrypts the message : </a:t>
            </a:r>
            <a:endParaRPr lang="en-GB" dirty="0"/>
          </a:p>
          <a:p>
            <a:pPr lvl="1"/>
            <a:r>
              <a:rPr lang="en-GB" dirty="0"/>
              <a:t>Bob calculates s′ = p</a:t>
            </a:r>
            <a:r>
              <a:rPr lang="en-GB" baseline="30000" dirty="0"/>
              <a:t>a</a:t>
            </a:r>
            <a:r>
              <a:rPr lang="en-GB" dirty="0"/>
              <a:t> = g</a:t>
            </a:r>
            <a:r>
              <a:rPr lang="en-GB" baseline="30000" dirty="0"/>
              <a:t>ak</a:t>
            </a:r>
            <a:r>
              <a:rPr lang="en-GB" dirty="0"/>
              <a:t>.</a:t>
            </a:r>
            <a:endParaRPr lang="en-GB" dirty="0"/>
          </a:p>
          <a:p>
            <a:pPr lvl="1"/>
            <a:r>
              <a:rPr lang="en-GB" dirty="0"/>
              <a:t>He divides M*s by s′ to obtain M as s = s′.</a:t>
            </a: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GB" dirty="0"/>
          </a:p>
        </p:txBody>
      </p:sp>
      <p:sp>
        <p:nvSpPr>
          <p:cNvPr id="3" name="Content Placeholder 2"/>
          <p:cNvSpPr>
            <a:spLocks noGrp="1"/>
          </p:cNvSpPr>
          <p:nvPr>
            <p:ph idx="1"/>
          </p:nvPr>
        </p:nvSpPr>
        <p:spPr/>
        <p:txBody>
          <a:bodyPr/>
          <a:lstStyle/>
          <a:p>
            <a:r>
              <a:rPr lang="en-GB" dirty="0"/>
              <a:t>For this example, let:</a:t>
            </a:r>
            <a:endParaRPr lang="en-GB" dirty="0"/>
          </a:p>
          <a:p>
            <a:pPr marL="0" indent="0">
              <a:buNone/>
            </a:pPr>
            <a:r>
              <a:rPr lang="en-GB" dirty="0"/>
              <a:t>	p = 23, g = 5, b = 6</a:t>
            </a:r>
            <a:endParaRPr lang="en-GB" dirty="0"/>
          </a:p>
          <a:p>
            <a:pPr marL="0" indent="0">
              <a:buNone/>
            </a:pPr>
            <a:endParaRPr lang="en-GB" dirty="0"/>
          </a:p>
          <a:p>
            <a:r>
              <a:rPr lang="da-DK" dirty="0"/>
              <a:t>Bob computes:</a:t>
            </a:r>
            <a:endParaRPr lang="da-DK" dirty="0"/>
          </a:p>
          <a:p>
            <a:pPr marL="0" indent="0">
              <a:buNone/>
            </a:pPr>
            <a:r>
              <a:rPr lang="da-DK" dirty="0"/>
              <a:t>	B = 5</a:t>
            </a:r>
            <a:r>
              <a:rPr lang="da-DK" baseline="30000" dirty="0"/>
              <a:t>6 </a:t>
            </a:r>
            <a:r>
              <a:rPr lang="da-DK" dirty="0"/>
              <a:t>mod  23 = 15625 mod  23 = 8</a:t>
            </a:r>
            <a:endParaRPr lang="da-DK" dirty="0"/>
          </a:p>
          <a:p>
            <a:pPr marL="0" indent="0">
              <a:buNone/>
            </a:pPr>
            <a:r>
              <a:rPr lang="da-DK" dirty="0"/>
              <a:t>	Bob’s </a:t>
            </a:r>
            <a:r>
              <a:rPr lang="da-DK" b="1" dirty="0"/>
              <a:t>public key</a:t>
            </a:r>
            <a:r>
              <a:rPr lang="da-DK" dirty="0"/>
              <a:t> is B = 8.</a:t>
            </a:r>
            <a:endParaRPr lang="da-DK" dirty="0"/>
          </a:p>
          <a:p>
            <a:pPr marL="0" indent="0">
              <a:buNone/>
            </a:pP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Contd.</a:t>
            </a:r>
            <a:endParaRPr lang="en-GB" dirty="0"/>
          </a:p>
        </p:txBody>
      </p:sp>
      <p:sp>
        <p:nvSpPr>
          <p:cNvPr id="3" name="Content Placeholder 2"/>
          <p:cNvSpPr>
            <a:spLocks noGrp="1"/>
          </p:cNvSpPr>
          <p:nvPr>
            <p:ph idx="1"/>
          </p:nvPr>
        </p:nvSpPr>
        <p:spPr/>
        <p:txBody>
          <a:bodyPr>
            <a:normAutofit fontScale="92500" lnSpcReduction="10000"/>
          </a:bodyPr>
          <a:lstStyle/>
          <a:p>
            <a:r>
              <a:rPr lang="en-GB" dirty="0"/>
              <a:t>Alice wants to send an encrypted message to Bob. Let's say the message is m = 13, which Alice will encrypt.</a:t>
            </a:r>
            <a:endParaRPr lang="en-GB" dirty="0"/>
          </a:p>
          <a:p>
            <a:r>
              <a:rPr lang="en-GB" dirty="0"/>
              <a:t>Alice randomly picks a </a:t>
            </a:r>
            <a:r>
              <a:rPr lang="en-GB" b="1" dirty="0"/>
              <a:t>temporary private key</a:t>
            </a:r>
            <a:r>
              <a:rPr lang="en-GB" dirty="0"/>
              <a:t> k, where k is a random integer between 1 and p - 1. Let k = 10.</a:t>
            </a:r>
            <a:endParaRPr lang="en-GB" dirty="0"/>
          </a:p>
          <a:p>
            <a:pPr marL="0" indent="0">
              <a:buNone/>
            </a:pPr>
            <a:r>
              <a:rPr lang="en-GB" dirty="0"/>
              <a:t>	C1​ = 5</a:t>
            </a:r>
            <a:r>
              <a:rPr lang="en-GB" baseline="30000" dirty="0"/>
              <a:t>10 </a:t>
            </a:r>
            <a:r>
              <a:rPr lang="en-GB" dirty="0"/>
              <a:t>mod 23 = 9765625 mod 23 = 9</a:t>
            </a:r>
            <a:endParaRPr lang="en-GB" dirty="0"/>
          </a:p>
          <a:p>
            <a:pPr marL="0" indent="0">
              <a:buNone/>
            </a:pPr>
            <a:r>
              <a:rPr lang="en-GB" dirty="0"/>
              <a:t>	</a:t>
            </a:r>
            <a:r>
              <a:rPr lang="da-DK" dirty="0"/>
              <a:t>C2 ​= 13 ⋅ 8</a:t>
            </a:r>
            <a:r>
              <a:rPr lang="da-DK" baseline="30000" dirty="0"/>
              <a:t>10 </a:t>
            </a:r>
            <a:r>
              <a:rPr lang="da-DK" dirty="0"/>
              <a:t>mod 23 </a:t>
            </a:r>
            <a:endParaRPr lang="da-DK" dirty="0"/>
          </a:p>
          <a:p>
            <a:pPr marL="0" indent="0">
              <a:buNone/>
            </a:pPr>
            <a:r>
              <a:rPr lang="da-DK" dirty="0"/>
              <a:t>                   = 13 ⋅ 1073741824 mod 23 </a:t>
            </a:r>
            <a:endParaRPr lang="da-DK" dirty="0"/>
          </a:p>
          <a:p>
            <a:pPr marL="0" indent="0">
              <a:buNone/>
            </a:pPr>
            <a:r>
              <a:rPr lang="da-DK" dirty="0"/>
              <a:t>                   = 13 ⋅ 9 mod 23 </a:t>
            </a:r>
            <a:endParaRPr lang="da-DK" dirty="0"/>
          </a:p>
          <a:p>
            <a:pPr marL="0" indent="0">
              <a:buNone/>
            </a:pPr>
            <a:r>
              <a:rPr lang="da-DK" dirty="0"/>
              <a:t>                   = 117 mod 23 = 2</a:t>
            </a:r>
            <a:endParaRPr lang="da-DK" dirty="0"/>
          </a:p>
          <a:p>
            <a:r>
              <a:rPr lang="da-DK" dirty="0"/>
              <a:t>Alice then sends (C1, C2) to Bob.</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Contd.</a:t>
            </a:r>
            <a:endParaRPr lang="en-GB" dirty="0"/>
          </a:p>
        </p:txBody>
      </p:sp>
      <p:sp>
        <p:nvSpPr>
          <p:cNvPr id="3" name="Content Placeholder 2"/>
          <p:cNvSpPr>
            <a:spLocks noGrp="1"/>
          </p:cNvSpPr>
          <p:nvPr>
            <p:ph idx="1"/>
          </p:nvPr>
        </p:nvSpPr>
        <p:spPr/>
        <p:txBody>
          <a:bodyPr/>
          <a:lstStyle/>
          <a:p>
            <a:r>
              <a:rPr lang="en-GB" dirty="0"/>
              <a:t>To decrypt, Bob uses his </a:t>
            </a:r>
            <a:r>
              <a:rPr lang="en-GB" b="1" dirty="0"/>
              <a:t>private key</a:t>
            </a:r>
            <a:r>
              <a:rPr lang="en-GB" dirty="0"/>
              <a:t> b = 6 and the received values C1​ and C2​.</a:t>
            </a:r>
            <a:endParaRPr lang="en-GB" dirty="0"/>
          </a:p>
          <a:p>
            <a:pPr marL="0" indent="0">
              <a:buNone/>
            </a:pPr>
            <a:r>
              <a:rPr lang="en-GB" dirty="0"/>
              <a:t>	s = 9</a:t>
            </a:r>
            <a:r>
              <a:rPr lang="en-GB" baseline="30000" dirty="0"/>
              <a:t>6 </a:t>
            </a:r>
            <a:r>
              <a:rPr lang="en-GB" dirty="0"/>
              <a:t>mod 23 = 531441 mod 23 = 9</a:t>
            </a:r>
            <a:endParaRPr lang="en-GB" dirty="0"/>
          </a:p>
          <a:p>
            <a:pPr marL="0" indent="0">
              <a:buNone/>
            </a:pPr>
            <a:r>
              <a:rPr lang="en-GB" dirty="0"/>
              <a:t>	</a:t>
            </a:r>
            <a:endParaRPr lang="en-GB" dirty="0"/>
          </a:p>
          <a:p>
            <a:r>
              <a:rPr lang="en-GB" dirty="0"/>
              <a:t>Bob then computes the modular inverse of 9 mod 23 (which is 18), and decrypts the message: </a:t>
            </a:r>
            <a:endParaRPr lang="en-GB" dirty="0"/>
          </a:p>
          <a:p>
            <a:pPr marL="0" indent="0">
              <a:buNone/>
            </a:pPr>
            <a:r>
              <a:rPr lang="en-GB" dirty="0"/>
              <a:t>	m = 2 ⋅ 18 mod 23 = 36 mod 23 = 13</a:t>
            </a:r>
            <a:endParaRPr lang="en-GB" dirty="0"/>
          </a:p>
          <a:p>
            <a:pPr marL="0" indent="0">
              <a:buNone/>
            </a:pPr>
            <a:endParaRPr lang="en-GB" dirty="0"/>
          </a:p>
          <a:p>
            <a:r>
              <a:rPr lang="en-GB" dirty="0"/>
              <a:t>Thus, Bob successfully decrypts the message, m=13.</a:t>
            </a: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Limitations</a:t>
            </a:r>
            <a:endParaRPr lang="en-GB" dirty="0"/>
          </a:p>
        </p:txBody>
      </p:sp>
      <p:sp>
        <p:nvSpPr>
          <p:cNvPr id="3" name="Content Placeholder 2"/>
          <p:cNvSpPr>
            <a:spLocks noGrp="1"/>
          </p:cNvSpPr>
          <p:nvPr>
            <p:ph idx="1"/>
          </p:nvPr>
        </p:nvSpPr>
        <p:spPr/>
        <p:txBody>
          <a:bodyPr>
            <a:normAutofit/>
          </a:bodyPr>
          <a:lstStyle/>
          <a:p>
            <a:r>
              <a:rPr lang="en-GB" dirty="0">
                <a:solidFill>
                  <a:srgbClr val="FF0000"/>
                </a:solidFill>
              </a:rPr>
              <a:t>Slow processing</a:t>
            </a:r>
            <a:r>
              <a:rPr lang="en-GB" dirty="0"/>
              <a:t>: </a:t>
            </a:r>
            <a:r>
              <a:rPr lang="en-GB" dirty="0" err="1"/>
              <a:t>ElGamal</a:t>
            </a:r>
            <a:r>
              <a:rPr lang="en-GB" dirty="0"/>
              <a:t> is slower compared to other encryption algorithms, especially when used with long keys. This can make it impractical for certain applications that require fast processing speeds.</a:t>
            </a:r>
            <a:endParaRPr lang="en-GB" dirty="0"/>
          </a:p>
          <a:p>
            <a:r>
              <a:rPr lang="en-GB" dirty="0">
                <a:solidFill>
                  <a:srgbClr val="FF0000"/>
                </a:solidFill>
              </a:rPr>
              <a:t>Key size</a:t>
            </a:r>
            <a:r>
              <a:rPr lang="en-GB" dirty="0"/>
              <a:t>: </a:t>
            </a:r>
            <a:r>
              <a:rPr lang="en-GB" dirty="0" err="1"/>
              <a:t>ElGamal</a:t>
            </a:r>
            <a:r>
              <a:rPr lang="en-GB" dirty="0"/>
              <a:t> requires larger key sizes to achieve the same level of security as other algorithms. This can make it more difficult to use in some applications.</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RSA Algorithm</a:t>
            </a:r>
            <a:endParaRPr lang="en-GB" dirty="0"/>
          </a:p>
        </p:txBody>
      </p:sp>
      <p:sp>
        <p:nvSpPr>
          <p:cNvPr id="3" name="Content Placeholder 2"/>
          <p:cNvSpPr>
            <a:spLocks noGrp="1"/>
          </p:cNvSpPr>
          <p:nvPr>
            <p:ph idx="1"/>
          </p:nvPr>
        </p:nvSpPr>
        <p:spPr/>
        <p:txBody>
          <a:bodyPr>
            <a:normAutofit/>
          </a:bodyPr>
          <a:lstStyle/>
          <a:p>
            <a:r>
              <a:rPr lang="en-GB" dirty="0"/>
              <a:t>RSA is the most common public-key algorithm, named after its inventors Rivest, Shamir, and Adelman (RSA).</a:t>
            </a:r>
            <a:endParaRPr lang="en-GB" dirty="0"/>
          </a:p>
        </p:txBody>
      </p:sp>
      <p:pic>
        <p:nvPicPr>
          <p:cNvPr id="4" name="Picture 3"/>
          <p:cNvPicPr>
            <a:picLocks noChangeAspect="1"/>
          </p:cNvPicPr>
          <p:nvPr/>
        </p:nvPicPr>
        <p:blipFill>
          <a:blip r:embed="rId1"/>
          <a:srcRect b="47816"/>
          <a:stretch>
            <a:fillRect/>
          </a:stretch>
        </p:blipFill>
        <p:spPr>
          <a:xfrm>
            <a:off x="1637882" y="3429000"/>
            <a:ext cx="8916236" cy="194667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Idea</a:t>
            </a:r>
            <a:endParaRPr lang="en-GB" dirty="0"/>
          </a:p>
        </p:txBody>
      </p:sp>
      <p:sp>
        <p:nvSpPr>
          <p:cNvPr id="3" name="Content Placeholder 2"/>
          <p:cNvSpPr>
            <a:spLocks noGrp="1"/>
          </p:cNvSpPr>
          <p:nvPr>
            <p:ph idx="1"/>
          </p:nvPr>
        </p:nvSpPr>
        <p:spPr/>
        <p:txBody>
          <a:bodyPr>
            <a:normAutofit lnSpcReduction="10000"/>
          </a:bodyPr>
          <a:lstStyle/>
          <a:p>
            <a:r>
              <a:rPr lang="en-GB" dirty="0"/>
              <a:t>The idea of RSA is based on the fact that it is difficult to factorize a large integer. </a:t>
            </a:r>
            <a:endParaRPr lang="en-GB" dirty="0"/>
          </a:p>
          <a:p>
            <a:r>
              <a:rPr lang="en-GB" dirty="0"/>
              <a:t>The public key consists of two numbers where one number is a multiplication of two large prime numbers. </a:t>
            </a:r>
            <a:endParaRPr lang="en-GB" dirty="0"/>
          </a:p>
          <a:p>
            <a:r>
              <a:rPr lang="en-GB" dirty="0"/>
              <a:t>And private key is also derived from the same two prime numbers. </a:t>
            </a:r>
            <a:endParaRPr lang="en-GB" dirty="0"/>
          </a:p>
          <a:p>
            <a:r>
              <a:rPr lang="en-GB" dirty="0"/>
              <a:t>So, if somebody can factorize the large number, the private key is compromised. </a:t>
            </a:r>
            <a:endParaRPr lang="en-GB" dirty="0"/>
          </a:p>
          <a:p>
            <a:r>
              <a:rPr lang="en-GB" dirty="0"/>
              <a:t>Therefore, encryption strength lies in the key size and if we double or triple the key size, the strength of encryption increases exponentially.</a:t>
            </a:r>
            <a:endParaRPr lang="en-GB"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2120900" y="241300"/>
              <a:ext cx="31750" cy="603250"/>
            </p14:xfrm>
          </p:contentPart>
        </mc:Choice>
        <mc:Fallback xmlns="">
          <p:pic>
            <p:nvPicPr>
              <p:cNvPr id="4" name="Ink 3"/>
            </p:nvPicPr>
            <p:blipFill>
              <a:blip r:embed="rId2"/>
            </p:blipFill>
            <p:spPr>
              <a:xfrm>
                <a:off x="2120900" y="241300"/>
                <a:ext cx="31750" cy="6032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Ink 4"/>
              <p14:cNvContentPartPr/>
              <p14:nvPr/>
            </p14:nvContentPartPr>
            <p14:xfrm>
              <a:off x="2120900" y="342900"/>
              <a:ext cx="412750" cy="342900"/>
            </p14:xfrm>
          </p:contentPart>
        </mc:Choice>
        <mc:Fallback xmlns="">
          <p:pic>
            <p:nvPicPr>
              <p:cNvPr id="5" name="Ink 4"/>
            </p:nvPicPr>
            <p:blipFill>
              <a:blip r:embed="rId4"/>
            </p:blipFill>
            <p:spPr>
              <a:xfrm>
                <a:off x="2120900" y="342900"/>
                <a:ext cx="412750" cy="3429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Ink 5"/>
              <p14:cNvContentPartPr/>
              <p14:nvPr/>
            </p14:nvContentPartPr>
            <p14:xfrm>
              <a:off x="2540000" y="292100"/>
              <a:ext cx="6350" cy="495300"/>
            </p14:xfrm>
          </p:contentPart>
        </mc:Choice>
        <mc:Fallback xmlns="">
          <p:pic>
            <p:nvPicPr>
              <p:cNvPr id="6" name="Ink 5"/>
            </p:nvPicPr>
            <p:blipFill>
              <a:blip r:embed="rId6"/>
            </p:blipFill>
            <p:spPr>
              <a:xfrm>
                <a:off x="2540000" y="292100"/>
                <a:ext cx="6350" cy="4953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Ink 6"/>
              <p14:cNvContentPartPr/>
              <p14:nvPr/>
            </p14:nvContentPartPr>
            <p14:xfrm>
              <a:off x="2698750" y="450850"/>
              <a:ext cx="457200" cy="57150"/>
            </p14:xfrm>
          </p:contentPart>
        </mc:Choice>
        <mc:Fallback xmlns="">
          <p:pic>
            <p:nvPicPr>
              <p:cNvPr id="7" name="Ink 6"/>
            </p:nvPicPr>
            <p:blipFill>
              <a:blip r:embed="rId8"/>
            </p:blipFill>
            <p:spPr>
              <a:xfrm>
                <a:off x="2698750" y="450850"/>
                <a:ext cx="457200" cy="5715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Ink 7"/>
              <p14:cNvContentPartPr/>
              <p14:nvPr/>
            </p14:nvContentPartPr>
            <p14:xfrm>
              <a:off x="2692400" y="628650"/>
              <a:ext cx="603250" cy="57150"/>
            </p14:xfrm>
          </p:contentPart>
        </mc:Choice>
        <mc:Fallback xmlns="">
          <p:pic>
            <p:nvPicPr>
              <p:cNvPr id="8" name="Ink 7"/>
            </p:nvPicPr>
            <p:blipFill>
              <a:blip r:embed="rId10"/>
            </p:blipFill>
            <p:spPr>
              <a:xfrm>
                <a:off x="2692400" y="628650"/>
                <a:ext cx="603250" cy="5715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Ink 8"/>
              <p14:cNvContentPartPr/>
              <p14:nvPr/>
            </p14:nvContentPartPr>
            <p14:xfrm>
              <a:off x="3638550" y="361950"/>
              <a:ext cx="25400" cy="342900"/>
            </p14:xfrm>
          </p:contentPart>
        </mc:Choice>
        <mc:Fallback xmlns="">
          <p:pic>
            <p:nvPicPr>
              <p:cNvPr id="9" name="Ink 8"/>
            </p:nvPicPr>
            <p:blipFill>
              <a:blip r:embed="rId12"/>
            </p:blipFill>
            <p:spPr>
              <a:xfrm>
                <a:off x="3638550" y="361950"/>
                <a:ext cx="25400" cy="3429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Ink 9"/>
              <p14:cNvContentPartPr/>
              <p14:nvPr/>
            </p14:nvContentPartPr>
            <p14:xfrm>
              <a:off x="3575050" y="342900"/>
              <a:ext cx="330200" cy="209550"/>
            </p14:xfrm>
          </p:contentPart>
        </mc:Choice>
        <mc:Fallback xmlns="">
          <p:pic>
            <p:nvPicPr>
              <p:cNvPr id="10" name="Ink 9"/>
            </p:nvPicPr>
            <p:blipFill>
              <a:blip r:embed="rId14"/>
            </p:blipFill>
            <p:spPr>
              <a:xfrm>
                <a:off x="3575050" y="342900"/>
                <a:ext cx="330200" cy="2095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Ink 10"/>
              <p14:cNvContentPartPr/>
              <p14:nvPr/>
            </p14:nvContentPartPr>
            <p14:xfrm>
              <a:off x="4051300" y="565150"/>
              <a:ext cx="12700" cy="360"/>
            </p14:xfrm>
          </p:contentPart>
        </mc:Choice>
        <mc:Fallback xmlns="">
          <p:pic>
            <p:nvPicPr>
              <p:cNvPr id="11" name="Ink 10"/>
            </p:nvPicPr>
            <p:blipFill>
              <a:blip r:embed="rId16"/>
            </p:blipFill>
            <p:spPr>
              <a:xfrm>
                <a:off x="4051300" y="565150"/>
                <a:ext cx="12700" cy="3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Ink 11"/>
              <p14:cNvContentPartPr/>
              <p14:nvPr/>
            </p14:nvContentPartPr>
            <p14:xfrm>
              <a:off x="4222750" y="298450"/>
              <a:ext cx="488950" cy="349250"/>
            </p14:xfrm>
          </p:contentPart>
        </mc:Choice>
        <mc:Fallback xmlns="">
          <p:pic>
            <p:nvPicPr>
              <p:cNvPr id="12" name="Ink 11"/>
            </p:nvPicPr>
            <p:blipFill>
              <a:blip r:embed="rId18"/>
            </p:blipFill>
            <p:spPr>
              <a:xfrm>
                <a:off x="4222750" y="298450"/>
                <a:ext cx="488950" cy="34925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Ink 12"/>
              <p14:cNvContentPartPr/>
              <p14:nvPr/>
            </p14:nvContentPartPr>
            <p14:xfrm>
              <a:off x="660400" y="6680200"/>
              <a:ext cx="12700" cy="360"/>
            </p14:xfrm>
          </p:contentPart>
        </mc:Choice>
        <mc:Fallback xmlns="">
          <p:pic>
            <p:nvPicPr>
              <p:cNvPr id="13" name="Ink 12"/>
            </p:nvPicPr>
            <p:blipFill>
              <a:blip r:embed="rId16"/>
            </p:blipFill>
            <p:spPr>
              <a:xfrm>
                <a:off x="660400" y="6680200"/>
                <a:ext cx="12700" cy="36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14" name="Ink 13"/>
              <p14:cNvContentPartPr/>
              <p14:nvPr/>
            </p14:nvContentPartPr>
            <p14:xfrm>
              <a:off x="2133600" y="1162050"/>
              <a:ext cx="419100" cy="387350"/>
            </p14:xfrm>
          </p:contentPart>
        </mc:Choice>
        <mc:Fallback xmlns="">
          <p:pic>
            <p:nvPicPr>
              <p:cNvPr id="14" name="Ink 13"/>
            </p:nvPicPr>
            <p:blipFill>
              <a:blip r:embed="rId21"/>
            </p:blipFill>
            <p:spPr>
              <a:xfrm>
                <a:off x="2133600" y="1162050"/>
                <a:ext cx="419100" cy="38735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5" name="Ink 14"/>
              <p14:cNvContentPartPr/>
              <p14:nvPr/>
            </p14:nvContentPartPr>
            <p14:xfrm>
              <a:off x="2305050" y="1035050"/>
              <a:ext cx="25400" cy="723900"/>
            </p14:xfrm>
          </p:contentPart>
        </mc:Choice>
        <mc:Fallback xmlns="">
          <p:pic>
            <p:nvPicPr>
              <p:cNvPr id="15" name="Ink 14"/>
            </p:nvPicPr>
            <p:blipFill>
              <a:blip r:embed="rId23"/>
            </p:blipFill>
            <p:spPr>
              <a:xfrm>
                <a:off x="2305050" y="1035050"/>
                <a:ext cx="25400" cy="72390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16" name="Ink 15"/>
              <p14:cNvContentPartPr/>
              <p14:nvPr/>
            </p14:nvContentPartPr>
            <p14:xfrm>
              <a:off x="2825750" y="1289050"/>
              <a:ext cx="393700" cy="6350"/>
            </p14:xfrm>
          </p:contentPart>
        </mc:Choice>
        <mc:Fallback xmlns="">
          <p:pic>
            <p:nvPicPr>
              <p:cNvPr id="16" name="Ink 15"/>
            </p:nvPicPr>
            <p:blipFill>
              <a:blip r:embed="rId25"/>
            </p:blipFill>
            <p:spPr>
              <a:xfrm>
                <a:off x="2825750" y="1289050"/>
                <a:ext cx="393700" cy="635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7" name="Ink 16"/>
              <p14:cNvContentPartPr/>
              <p14:nvPr/>
            </p14:nvContentPartPr>
            <p14:xfrm>
              <a:off x="2800350" y="1441450"/>
              <a:ext cx="412750" cy="25400"/>
            </p14:xfrm>
          </p:contentPart>
        </mc:Choice>
        <mc:Fallback xmlns="">
          <p:pic>
            <p:nvPicPr>
              <p:cNvPr id="17" name="Ink 16"/>
            </p:nvPicPr>
            <p:blipFill>
              <a:blip r:embed="rId27"/>
            </p:blipFill>
            <p:spPr>
              <a:xfrm>
                <a:off x="2800350" y="1441450"/>
                <a:ext cx="412750" cy="2540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8" name="Ink 17"/>
              <p14:cNvContentPartPr/>
              <p14:nvPr/>
            </p14:nvContentPartPr>
            <p14:xfrm>
              <a:off x="3733800" y="1130300"/>
              <a:ext cx="25400" cy="469900"/>
            </p14:xfrm>
          </p:contentPart>
        </mc:Choice>
        <mc:Fallback xmlns="">
          <p:pic>
            <p:nvPicPr>
              <p:cNvPr id="18" name="Ink 17"/>
            </p:nvPicPr>
            <p:blipFill>
              <a:blip r:embed="rId29"/>
            </p:blipFill>
            <p:spPr>
              <a:xfrm>
                <a:off x="3733800" y="1130300"/>
                <a:ext cx="25400" cy="469900"/>
              </a:xfrm>
              <a:prstGeom prst="rect"/>
            </p:spPr>
          </p:pic>
        </mc:Fallback>
      </mc:AlternateContent>
      <mc:AlternateContent xmlns:mc="http://schemas.openxmlformats.org/markup-compatibility/2006" xmlns:p14="http://schemas.microsoft.com/office/powerpoint/2010/main">
        <mc:Choice Requires="p14">
          <p:contentPart r:id="rId30" p14:bwMode="auto">
            <p14:nvContentPartPr>
              <p14:cNvPr id="19" name="Ink 18"/>
              <p14:cNvContentPartPr/>
              <p14:nvPr/>
            </p14:nvContentPartPr>
            <p14:xfrm>
              <a:off x="3721100" y="1143000"/>
              <a:ext cx="222250" cy="184150"/>
            </p14:xfrm>
          </p:contentPart>
        </mc:Choice>
        <mc:Fallback xmlns="">
          <p:pic>
            <p:nvPicPr>
              <p:cNvPr id="19" name="Ink 18"/>
            </p:nvPicPr>
            <p:blipFill>
              <a:blip r:embed="rId31"/>
            </p:blipFill>
            <p:spPr>
              <a:xfrm>
                <a:off x="3721100" y="1143000"/>
                <a:ext cx="222250" cy="18415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0" name="Ink 19"/>
              <p14:cNvContentPartPr/>
              <p14:nvPr/>
            </p14:nvContentPartPr>
            <p14:xfrm>
              <a:off x="4089400" y="1231900"/>
              <a:ext cx="158750" cy="31750"/>
            </p14:xfrm>
          </p:contentPart>
        </mc:Choice>
        <mc:Fallback xmlns="">
          <p:pic>
            <p:nvPicPr>
              <p:cNvPr id="20" name="Ink 19"/>
            </p:nvPicPr>
            <p:blipFill>
              <a:blip r:embed="rId33"/>
            </p:blipFill>
            <p:spPr>
              <a:xfrm>
                <a:off x="4089400" y="1231900"/>
                <a:ext cx="158750" cy="3175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1" name="Ink 20"/>
              <p14:cNvContentPartPr/>
              <p14:nvPr/>
            </p14:nvContentPartPr>
            <p14:xfrm>
              <a:off x="4368800" y="1149350"/>
              <a:ext cx="12700" cy="234950"/>
            </p14:xfrm>
          </p:contentPart>
        </mc:Choice>
        <mc:Fallback xmlns="">
          <p:pic>
            <p:nvPicPr>
              <p:cNvPr id="21" name="Ink 20"/>
            </p:nvPicPr>
            <p:blipFill>
              <a:blip r:embed="rId35"/>
            </p:blipFill>
            <p:spPr>
              <a:xfrm>
                <a:off x="4368800" y="1149350"/>
                <a:ext cx="12700" cy="234950"/>
              </a:xfrm>
              <a:prstGeom prst="rect"/>
            </p:spPr>
          </p:pic>
        </mc:Fallback>
      </mc:AlternateContent>
      <mc:AlternateContent xmlns:mc="http://schemas.openxmlformats.org/markup-compatibility/2006" xmlns:p14="http://schemas.microsoft.com/office/powerpoint/2010/main">
        <mc:Choice Requires="p14">
          <p:contentPart r:id="rId36" p14:bwMode="auto">
            <p14:nvContentPartPr>
              <p14:cNvPr id="22" name="Ink 21"/>
              <p14:cNvContentPartPr/>
              <p14:nvPr/>
            </p14:nvContentPartPr>
            <p14:xfrm>
              <a:off x="4362450" y="1060450"/>
              <a:ext cx="254000" cy="501650"/>
            </p14:xfrm>
          </p:contentPart>
        </mc:Choice>
        <mc:Fallback xmlns="">
          <p:pic>
            <p:nvPicPr>
              <p:cNvPr id="22" name="Ink 21"/>
            </p:nvPicPr>
            <p:blipFill>
              <a:blip r:embed="rId37"/>
            </p:blipFill>
            <p:spPr>
              <a:xfrm>
                <a:off x="4362450" y="1060450"/>
                <a:ext cx="254000" cy="501650"/>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23" name="Ink 22"/>
              <p14:cNvContentPartPr/>
              <p14:nvPr/>
            </p14:nvContentPartPr>
            <p14:xfrm>
              <a:off x="3536950" y="1098550"/>
              <a:ext cx="400050" cy="533400"/>
            </p14:xfrm>
          </p:contentPart>
        </mc:Choice>
        <mc:Fallback xmlns="">
          <p:pic>
            <p:nvPicPr>
              <p:cNvPr id="23" name="Ink 22"/>
            </p:nvPicPr>
            <p:blipFill>
              <a:blip r:embed="rId39"/>
            </p:blipFill>
            <p:spPr>
              <a:xfrm>
                <a:off x="3536950" y="1098550"/>
                <a:ext cx="400050" cy="53340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24" name="Ink 23"/>
              <p14:cNvContentPartPr/>
              <p14:nvPr/>
            </p14:nvContentPartPr>
            <p14:xfrm>
              <a:off x="4749800" y="1035050"/>
              <a:ext cx="215900" cy="514350"/>
            </p14:xfrm>
          </p:contentPart>
        </mc:Choice>
        <mc:Fallback xmlns="">
          <p:pic>
            <p:nvPicPr>
              <p:cNvPr id="24" name="Ink 23"/>
            </p:nvPicPr>
            <p:blipFill>
              <a:blip r:embed="rId41"/>
            </p:blipFill>
            <p:spPr>
              <a:xfrm>
                <a:off x="4749800" y="1035050"/>
                <a:ext cx="215900" cy="514350"/>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25" name="Ink 24"/>
              <p14:cNvContentPartPr/>
              <p14:nvPr/>
            </p14:nvContentPartPr>
            <p14:xfrm>
              <a:off x="5092700" y="1155700"/>
              <a:ext cx="304800" cy="438150"/>
            </p14:xfrm>
          </p:contentPart>
        </mc:Choice>
        <mc:Fallback xmlns="">
          <p:pic>
            <p:nvPicPr>
              <p:cNvPr id="25" name="Ink 24"/>
            </p:nvPicPr>
            <p:blipFill>
              <a:blip r:embed="rId43"/>
            </p:blipFill>
            <p:spPr>
              <a:xfrm>
                <a:off x="5092700" y="1155700"/>
                <a:ext cx="304800" cy="43815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26" name="Ink 25"/>
              <p14:cNvContentPartPr/>
              <p14:nvPr/>
            </p14:nvContentPartPr>
            <p14:xfrm>
              <a:off x="5486400" y="1314450"/>
              <a:ext cx="203200" cy="25400"/>
            </p14:xfrm>
          </p:contentPart>
        </mc:Choice>
        <mc:Fallback xmlns="">
          <p:pic>
            <p:nvPicPr>
              <p:cNvPr id="26" name="Ink 25"/>
            </p:nvPicPr>
            <p:blipFill>
              <a:blip r:embed="rId45"/>
            </p:blipFill>
            <p:spPr>
              <a:xfrm>
                <a:off x="5486400" y="1314450"/>
                <a:ext cx="203200" cy="2540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27" name="Ink 26"/>
              <p14:cNvContentPartPr/>
              <p14:nvPr/>
            </p14:nvContentPartPr>
            <p14:xfrm>
              <a:off x="5892800" y="1162050"/>
              <a:ext cx="360" cy="279400"/>
            </p14:xfrm>
          </p:contentPart>
        </mc:Choice>
        <mc:Fallback xmlns="">
          <p:pic>
            <p:nvPicPr>
              <p:cNvPr id="27" name="Ink 26"/>
            </p:nvPicPr>
            <p:blipFill>
              <a:blip r:embed="rId47"/>
            </p:blipFill>
            <p:spPr>
              <a:xfrm>
                <a:off x="5892800" y="1162050"/>
                <a:ext cx="360" cy="279400"/>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28" name="Ink 27"/>
              <p14:cNvContentPartPr/>
              <p14:nvPr/>
            </p14:nvContentPartPr>
            <p14:xfrm>
              <a:off x="5969000" y="1041400"/>
              <a:ext cx="241300" cy="577850"/>
            </p14:xfrm>
          </p:contentPart>
        </mc:Choice>
        <mc:Fallback xmlns="">
          <p:pic>
            <p:nvPicPr>
              <p:cNvPr id="28" name="Ink 27"/>
            </p:nvPicPr>
            <p:blipFill>
              <a:blip r:embed="rId49"/>
            </p:blipFill>
            <p:spPr>
              <a:xfrm>
                <a:off x="5969000" y="1041400"/>
                <a:ext cx="241300" cy="577850"/>
              </a:xfrm>
              <a:prstGeom prst="rect"/>
            </p:spPr>
          </p:pic>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Procedure</a:t>
            </a:r>
            <a:endParaRPr lang="en-GB" dirty="0"/>
          </a:p>
        </p:txBody>
      </p:sp>
      <p:sp>
        <p:nvSpPr>
          <p:cNvPr id="3" name="Content Placeholder 2"/>
          <p:cNvSpPr>
            <a:spLocks noGrp="1"/>
          </p:cNvSpPr>
          <p:nvPr>
            <p:ph idx="1"/>
          </p:nvPr>
        </p:nvSpPr>
        <p:spPr/>
        <p:txBody>
          <a:bodyPr>
            <a:normAutofit fontScale="85000" lnSpcReduction="20000"/>
          </a:bodyPr>
          <a:lstStyle/>
          <a:p>
            <a:pPr marL="0" indent="0">
              <a:buNone/>
            </a:pPr>
            <a:r>
              <a:rPr lang="en-GB" b="1" dirty="0"/>
              <a:t>Step 1: Generating Keys</a:t>
            </a:r>
            <a:endParaRPr lang="en-GB" b="1" dirty="0"/>
          </a:p>
          <a:p>
            <a:r>
              <a:rPr lang="en-GB" dirty="0"/>
              <a:t>To start, we need to generate two large prime numbers, p and q. These primes should be of roughly equal length and their product should be much larger than the message we want to encrypt.</a:t>
            </a:r>
            <a:endParaRPr lang="en-GB" dirty="0"/>
          </a:p>
          <a:p>
            <a:r>
              <a:rPr lang="en-GB" dirty="0"/>
              <a:t>We can generate the primes using any primality testing algorithm, such as the Miller-Rabin test. Once we have the two primes, we can compute their product n = p*q, which will be the modulus for our RSA system.</a:t>
            </a:r>
            <a:endParaRPr lang="en-GB" dirty="0"/>
          </a:p>
          <a:p>
            <a:r>
              <a:rPr lang="en-GB" dirty="0"/>
              <a:t>Next, we need to choose an integer e such that 1 &lt; e &lt; phi(n) and </a:t>
            </a:r>
            <a:r>
              <a:rPr lang="en-GB" dirty="0" err="1"/>
              <a:t>gcd</a:t>
            </a:r>
            <a:r>
              <a:rPr lang="en-GB" dirty="0"/>
              <a:t>(e, phi(n)) = 1, where phi(n) = (p-1)*(q-1) is Euler’s totient function. This value of e will be the public key exponent.</a:t>
            </a:r>
            <a:endParaRPr lang="en-GB" dirty="0"/>
          </a:p>
          <a:p>
            <a:r>
              <a:rPr lang="en-GB" dirty="0"/>
              <a:t>To compute the private key exponent d, we need to find an integer d such that d*e = 1 (mod phi(n)). This can be done using the extended Euclidean algorithm.</a:t>
            </a:r>
            <a:endParaRPr lang="en-GB" dirty="0"/>
          </a:p>
          <a:p>
            <a:r>
              <a:rPr lang="en-GB" dirty="0"/>
              <a:t>Our public key is (n, e) and our private key is (n, d).</a:t>
            </a:r>
            <a:endParaRPr lang="en-GB"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7035800" y="2476500"/>
              <a:ext cx="1282700" cy="57150"/>
            </p14:xfrm>
          </p:contentPart>
        </mc:Choice>
        <mc:Fallback xmlns="">
          <p:pic>
            <p:nvPicPr>
              <p:cNvPr id="4" name="Ink 3"/>
            </p:nvPicPr>
            <p:blipFill>
              <a:blip r:embed="rId2"/>
            </p:blipFill>
            <p:spPr>
              <a:xfrm>
                <a:off x="7035800" y="2476500"/>
                <a:ext cx="1282700" cy="5715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Ink 4"/>
              <p14:cNvContentPartPr/>
              <p14:nvPr/>
            </p14:nvContentPartPr>
            <p14:xfrm>
              <a:off x="1314450" y="4038600"/>
              <a:ext cx="12700" cy="360"/>
            </p14:xfrm>
          </p:contentPart>
        </mc:Choice>
        <mc:Fallback xmlns="">
          <p:pic>
            <p:nvPicPr>
              <p:cNvPr id="5" name="Ink 4"/>
            </p:nvPicPr>
            <p:blipFill>
              <a:blip r:embed="rId4"/>
            </p:blipFill>
            <p:spPr>
              <a:xfrm>
                <a:off x="1314450" y="4038600"/>
                <a:ext cx="1270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Ink 5"/>
              <p14:cNvContentPartPr/>
              <p14:nvPr/>
            </p14:nvContentPartPr>
            <p14:xfrm>
              <a:off x="6140450" y="3898900"/>
              <a:ext cx="495300" cy="12700"/>
            </p14:xfrm>
          </p:contentPart>
        </mc:Choice>
        <mc:Fallback xmlns="">
          <p:pic>
            <p:nvPicPr>
              <p:cNvPr id="6" name="Ink 5"/>
            </p:nvPicPr>
            <p:blipFill>
              <a:blip r:embed="rId6"/>
            </p:blipFill>
            <p:spPr>
              <a:xfrm>
                <a:off x="6140450" y="3898900"/>
                <a:ext cx="495300" cy="127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Ink 6"/>
              <p14:cNvContentPartPr/>
              <p14:nvPr/>
            </p14:nvContentPartPr>
            <p14:xfrm>
              <a:off x="6445250" y="4178300"/>
              <a:ext cx="203200" cy="25400"/>
            </p14:xfrm>
          </p:contentPart>
        </mc:Choice>
        <mc:Fallback xmlns="">
          <p:pic>
            <p:nvPicPr>
              <p:cNvPr id="7" name="Ink 6"/>
            </p:nvPicPr>
            <p:blipFill>
              <a:blip r:embed="rId8"/>
            </p:blipFill>
            <p:spPr>
              <a:xfrm>
                <a:off x="6445250" y="4178300"/>
                <a:ext cx="203200" cy="254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Ink 7"/>
              <p14:cNvContentPartPr/>
              <p14:nvPr/>
            </p14:nvContentPartPr>
            <p14:xfrm>
              <a:off x="1943100" y="4743450"/>
              <a:ext cx="8616950" cy="152400"/>
            </p14:xfrm>
          </p:contentPart>
        </mc:Choice>
        <mc:Fallback xmlns="">
          <p:pic>
            <p:nvPicPr>
              <p:cNvPr id="8" name="Ink 7"/>
            </p:nvPicPr>
            <p:blipFill>
              <a:blip r:embed="rId10"/>
            </p:blipFill>
            <p:spPr>
              <a:xfrm>
                <a:off x="1943100" y="4743450"/>
                <a:ext cx="8616950" cy="1524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Ink 8"/>
              <p14:cNvContentPartPr/>
              <p14:nvPr/>
            </p14:nvContentPartPr>
            <p14:xfrm>
              <a:off x="1384300" y="4940300"/>
              <a:ext cx="3473450" cy="88900"/>
            </p14:xfrm>
          </p:contentPart>
        </mc:Choice>
        <mc:Fallback xmlns="">
          <p:pic>
            <p:nvPicPr>
              <p:cNvPr id="9" name="Ink 8"/>
            </p:nvPicPr>
            <p:blipFill>
              <a:blip r:embed="rId12"/>
            </p:blipFill>
            <p:spPr>
              <a:xfrm>
                <a:off x="1384300" y="4940300"/>
                <a:ext cx="3473450" cy="8890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Ink 9"/>
              <p14:cNvContentPartPr/>
              <p14:nvPr/>
            </p14:nvContentPartPr>
            <p14:xfrm>
              <a:off x="5645150" y="4946650"/>
              <a:ext cx="2622550" cy="184150"/>
            </p14:xfrm>
          </p:contentPart>
        </mc:Choice>
        <mc:Fallback xmlns="">
          <p:pic>
            <p:nvPicPr>
              <p:cNvPr id="10" name="Ink 9"/>
            </p:nvPicPr>
            <p:blipFill>
              <a:blip r:embed="rId14"/>
            </p:blipFill>
            <p:spPr>
              <a:xfrm>
                <a:off x="5645150" y="4946650"/>
                <a:ext cx="2622550" cy="1841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Ink 10"/>
              <p14:cNvContentPartPr/>
              <p14:nvPr/>
            </p14:nvContentPartPr>
            <p14:xfrm>
              <a:off x="6864350" y="4813300"/>
              <a:ext cx="234950" cy="38100"/>
            </p14:xfrm>
          </p:contentPart>
        </mc:Choice>
        <mc:Fallback xmlns="">
          <p:pic>
            <p:nvPicPr>
              <p:cNvPr id="11" name="Ink 10"/>
            </p:nvPicPr>
            <p:blipFill>
              <a:blip r:embed="rId16"/>
            </p:blipFill>
            <p:spPr>
              <a:xfrm>
                <a:off x="6864350" y="4813300"/>
                <a:ext cx="234950" cy="381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Ink 11"/>
              <p14:cNvContentPartPr/>
              <p14:nvPr/>
            </p14:nvContentPartPr>
            <p14:xfrm>
              <a:off x="8515350" y="4648200"/>
              <a:ext cx="565150" cy="114300"/>
            </p14:xfrm>
          </p:contentPart>
        </mc:Choice>
        <mc:Fallback xmlns="">
          <p:pic>
            <p:nvPicPr>
              <p:cNvPr id="12" name="Ink 11"/>
            </p:nvPicPr>
            <p:blipFill>
              <a:blip r:embed="rId18"/>
            </p:blipFill>
            <p:spPr>
              <a:xfrm>
                <a:off x="8515350" y="4648200"/>
                <a:ext cx="565150" cy="1143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Ink 12"/>
              <p14:cNvContentPartPr/>
              <p14:nvPr/>
            </p14:nvContentPartPr>
            <p14:xfrm>
              <a:off x="3854450" y="6654800"/>
              <a:ext cx="908050" cy="76200"/>
            </p14:xfrm>
          </p:contentPart>
        </mc:Choice>
        <mc:Fallback xmlns="">
          <p:pic>
            <p:nvPicPr>
              <p:cNvPr id="13" name="Ink 12"/>
            </p:nvPicPr>
            <p:blipFill>
              <a:blip r:embed="rId20"/>
            </p:blipFill>
            <p:spPr>
              <a:xfrm>
                <a:off x="3854450" y="6654800"/>
                <a:ext cx="908050" cy="7620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Ink 13"/>
              <p14:cNvContentPartPr/>
              <p14:nvPr/>
            </p14:nvContentPartPr>
            <p14:xfrm>
              <a:off x="2120900" y="5607050"/>
              <a:ext cx="514350" cy="133350"/>
            </p14:xfrm>
          </p:contentPart>
        </mc:Choice>
        <mc:Fallback xmlns="">
          <p:pic>
            <p:nvPicPr>
              <p:cNvPr id="14" name="Ink 13"/>
            </p:nvPicPr>
            <p:blipFill>
              <a:blip r:embed="rId22"/>
            </p:blipFill>
            <p:spPr>
              <a:xfrm>
                <a:off x="2120900" y="5607050"/>
                <a:ext cx="514350" cy="1333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Ink 14"/>
              <p14:cNvContentPartPr/>
              <p14:nvPr/>
            </p14:nvContentPartPr>
            <p14:xfrm>
              <a:off x="4273550" y="5892800"/>
              <a:ext cx="2635250" cy="82550"/>
            </p14:xfrm>
          </p:contentPart>
        </mc:Choice>
        <mc:Fallback xmlns="">
          <p:pic>
            <p:nvPicPr>
              <p:cNvPr id="15" name="Ink 14"/>
            </p:nvPicPr>
            <p:blipFill>
              <a:blip r:embed="rId24"/>
            </p:blipFill>
            <p:spPr>
              <a:xfrm>
                <a:off x="4273550" y="5892800"/>
                <a:ext cx="2635250" cy="8255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Ink 15"/>
              <p14:cNvContentPartPr/>
              <p14:nvPr/>
            </p14:nvContentPartPr>
            <p14:xfrm>
              <a:off x="2508250" y="6000750"/>
              <a:ext cx="12700" cy="360"/>
            </p14:xfrm>
          </p:contentPart>
        </mc:Choice>
        <mc:Fallback xmlns="">
          <p:pic>
            <p:nvPicPr>
              <p:cNvPr id="16" name="Ink 15"/>
            </p:nvPicPr>
            <p:blipFill>
              <a:blip r:embed="rId4"/>
            </p:blipFill>
            <p:spPr>
              <a:xfrm>
                <a:off x="2508250" y="6000750"/>
                <a:ext cx="12700" cy="36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17" name="Ink 16"/>
              <p14:cNvContentPartPr/>
              <p14:nvPr/>
            </p14:nvContentPartPr>
            <p14:xfrm>
              <a:off x="425450" y="5384800"/>
              <a:ext cx="120650" cy="222250"/>
            </p14:xfrm>
          </p:contentPart>
        </mc:Choice>
        <mc:Fallback xmlns="">
          <p:pic>
            <p:nvPicPr>
              <p:cNvPr id="17" name="Ink 16"/>
            </p:nvPicPr>
            <p:blipFill>
              <a:blip r:embed="rId27"/>
            </p:blipFill>
            <p:spPr>
              <a:xfrm>
                <a:off x="425450" y="5384800"/>
                <a:ext cx="120650" cy="22225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18" name="Ink 17"/>
              <p14:cNvContentPartPr/>
              <p14:nvPr/>
            </p14:nvContentPartPr>
            <p14:xfrm>
              <a:off x="4413250" y="6076950"/>
              <a:ext cx="12700" cy="360"/>
            </p14:xfrm>
          </p:contentPart>
        </mc:Choice>
        <mc:Fallback xmlns="">
          <p:pic>
            <p:nvPicPr>
              <p:cNvPr id="18" name="Ink 17"/>
            </p:nvPicPr>
            <p:blipFill>
              <a:blip r:embed="rId4"/>
            </p:blipFill>
            <p:spPr>
              <a:xfrm>
                <a:off x="4413250" y="6076950"/>
                <a:ext cx="12700" cy="360"/>
              </a:xfrm>
              <a:prstGeom prst="rect"/>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Procedure (contd.)</a:t>
            </a:r>
            <a:endParaRPr lang="en-GB" dirty="0"/>
          </a:p>
        </p:txBody>
      </p:sp>
      <p:sp>
        <p:nvSpPr>
          <p:cNvPr id="3" name="Content Placeholder 2"/>
          <p:cNvSpPr>
            <a:spLocks noGrp="1"/>
          </p:cNvSpPr>
          <p:nvPr>
            <p:ph idx="1"/>
          </p:nvPr>
        </p:nvSpPr>
        <p:spPr/>
        <p:txBody>
          <a:bodyPr>
            <a:normAutofit/>
          </a:bodyPr>
          <a:lstStyle/>
          <a:p>
            <a:pPr marL="0" indent="0">
              <a:buNone/>
            </a:pPr>
            <a:r>
              <a:rPr lang="en-GB" b="1" dirty="0"/>
              <a:t>Step 2: Encryption</a:t>
            </a:r>
            <a:endParaRPr lang="en-GB" b="1" dirty="0"/>
          </a:p>
          <a:p>
            <a:r>
              <a:rPr lang="en-GB" dirty="0"/>
              <a:t>To encrypt a message m, we need to convert it to an integer between 0 and n-1. This can be done using a reversible encoding scheme, such as ASCII or UTF-8.</a:t>
            </a:r>
            <a:endParaRPr lang="en-GB" dirty="0"/>
          </a:p>
          <a:p>
            <a:r>
              <a:rPr lang="en-GB" dirty="0"/>
              <a:t>Once we have the integer representation of the message, we compute the ciphertext c as c = m</a:t>
            </a:r>
            <a:r>
              <a:rPr lang="en-GB" baseline="30000" dirty="0"/>
              <a:t>e</a:t>
            </a:r>
            <a:r>
              <a:rPr lang="en-GB" dirty="0"/>
              <a:t> (mod n). This can be done efficiently using modular exponentiation algorithms, such as binary exponentiation.</a:t>
            </a:r>
            <a:endParaRPr lang="en-GB"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8705850" y="4406900"/>
              <a:ext cx="12700" cy="360"/>
            </p14:xfrm>
          </p:contentPart>
        </mc:Choice>
        <mc:Fallback xmlns="">
          <p:pic>
            <p:nvPicPr>
              <p:cNvPr id="4" name="Ink 3"/>
            </p:nvPicPr>
            <p:blipFill>
              <a:blip r:embed="rId2"/>
            </p:blipFill>
            <p:spPr>
              <a:xfrm>
                <a:off x="8705850" y="4406900"/>
                <a:ext cx="12700" cy="36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Ink 4"/>
              <p14:cNvContentPartPr/>
              <p14:nvPr/>
            </p14:nvContentPartPr>
            <p14:xfrm>
              <a:off x="9556750" y="4483100"/>
              <a:ext cx="12700" cy="360"/>
            </p14:xfrm>
          </p:contentPart>
        </mc:Choice>
        <mc:Fallback xmlns="">
          <p:pic>
            <p:nvPicPr>
              <p:cNvPr id="5" name="Ink 4"/>
            </p:nvPicPr>
            <p:blipFill>
              <a:blip r:embed="rId2"/>
            </p:blipFill>
            <p:spPr>
              <a:xfrm>
                <a:off x="9556750" y="4483100"/>
                <a:ext cx="12700" cy="360"/>
              </a:xfrm>
              <a:prstGeom prst="rect"/>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Procedure (contd.)</a:t>
            </a:r>
            <a:endParaRPr lang="en-GB" dirty="0"/>
          </a:p>
        </p:txBody>
      </p:sp>
      <p:sp>
        <p:nvSpPr>
          <p:cNvPr id="3" name="Content Placeholder 2"/>
          <p:cNvSpPr>
            <a:spLocks noGrp="1"/>
          </p:cNvSpPr>
          <p:nvPr>
            <p:ph idx="1"/>
          </p:nvPr>
        </p:nvSpPr>
        <p:spPr/>
        <p:txBody>
          <a:bodyPr>
            <a:normAutofit/>
          </a:bodyPr>
          <a:lstStyle/>
          <a:p>
            <a:pPr marL="0" indent="0">
              <a:buNone/>
            </a:pPr>
            <a:r>
              <a:rPr lang="en-GB" b="1" dirty="0"/>
              <a:t>Step 3: Decryption</a:t>
            </a:r>
            <a:endParaRPr lang="en-GB" b="1" dirty="0"/>
          </a:p>
          <a:p>
            <a:pPr marL="0" indent="0">
              <a:buNone/>
            </a:pPr>
            <a:r>
              <a:rPr lang="en-GB" dirty="0"/>
              <a:t>To decrypt the ciphertext c, we compute the plaintext m as m = c</a:t>
            </a:r>
            <a:r>
              <a:rPr lang="en-GB" baseline="30000" dirty="0"/>
              <a:t>d</a:t>
            </a:r>
            <a:r>
              <a:rPr lang="en-GB" dirty="0"/>
              <a:t> (mod n). Again, we can use modular exponentiation algorithms to do this efficiently.</a:t>
            </a: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GB" dirty="0"/>
          </a:p>
        </p:txBody>
      </p:sp>
      <p:sp>
        <p:nvSpPr>
          <p:cNvPr id="3" name="Content Placeholder 2"/>
          <p:cNvSpPr>
            <a:spLocks noGrp="1"/>
          </p:cNvSpPr>
          <p:nvPr>
            <p:ph idx="1"/>
          </p:nvPr>
        </p:nvSpPr>
        <p:spPr/>
        <p:txBody>
          <a:bodyPr>
            <a:normAutofit/>
          </a:bodyPr>
          <a:lstStyle/>
          <a:p>
            <a:r>
              <a:rPr lang="en-GB" dirty="0"/>
              <a:t>Suppose we choose p = 11 and q = 13, giving us n = 143 and phi(n) = 120. </a:t>
            </a:r>
            <a:endParaRPr lang="en-GB" dirty="0"/>
          </a:p>
          <a:p>
            <a:endParaRPr lang="en-GB" dirty="0"/>
          </a:p>
          <a:p>
            <a:r>
              <a:rPr lang="en-GB" dirty="0"/>
              <a:t>We can choose e = 7, since </a:t>
            </a:r>
            <a:r>
              <a:rPr lang="en-GB" dirty="0" err="1"/>
              <a:t>gcd</a:t>
            </a:r>
            <a:r>
              <a:rPr lang="en-GB" dirty="0"/>
              <a:t>(7, 120) = 1. Using the extended Euclidean algorithm, we can compute d = 103, since 7*103 = 1 (mod 120).</a:t>
            </a:r>
            <a:endParaRPr lang="en-GB" dirty="0"/>
          </a:p>
          <a:p>
            <a:endParaRPr lang="en-GB" dirty="0"/>
          </a:p>
          <a:p>
            <a:r>
              <a:rPr lang="en-GB" dirty="0"/>
              <a:t>Our public key is (143, 7) and our private key is (143, 103).</a:t>
            </a:r>
            <a:endParaRPr lang="en-GB" dirty="0"/>
          </a:p>
          <a:p>
            <a:endParaRPr lang="en-GB" dirty="0"/>
          </a:p>
          <a:p>
            <a:endParaRPr lang="en-GB" dirty="0"/>
          </a:p>
        </p:txBody>
      </p:sp>
      <mc:AlternateContent xmlns:mc="http://schemas.openxmlformats.org/markup-compatibility/2006" xmlns:p14="http://schemas.microsoft.com/office/powerpoint/2010/main">
        <mc:Choice Requires="p14">
          <p:contentPart r:id="rId1" p14:bwMode="auto">
            <p14:nvContentPartPr>
              <p14:cNvPr id="4" name="Ink 3"/>
              <p14:cNvContentPartPr/>
              <p14:nvPr/>
            </p14:nvContentPartPr>
            <p14:xfrm>
              <a:off x="266700" y="5257800"/>
              <a:ext cx="482600" cy="69850"/>
            </p14:xfrm>
          </p:contentPart>
        </mc:Choice>
        <mc:Fallback xmlns="">
          <p:pic>
            <p:nvPicPr>
              <p:cNvPr id="4" name="Ink 3"/>
            </p:nvPicPr>
            <p:blipFill>
              <a:blip r:embed="rId2"/>
            </p:blipFill>
            <p:spPr>
              <a:xfrm>
                <a:off x="266700" y="5257800"/>
                <a:ext cx="482600" cy="69850"/>
              </a:xfrm>
              <a:prstGeom prst="rect"/>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GB" dirty="0"/>
          </a:p>
        </p:txBody>
      </p:sp>
      <p:sp>
        <p:nvSpPr>
          <p:cNvPr id="3" name="Content Placeholder 2"/>
          <p:cNvSpPr>
            <a:spLocks noGrp="1"/>
          </p:cNvSpPr>
          <p:nvPr>
            <p:ph idx="1"/>
          </p:nvPr>
        </p:nvSpPr>
        <p:spPr/>
        <p:txBody>
          <a:bodyPr>
            <a:normAutofit/>
          </a:bodyPr>
          <a:lstStyle/>
          <a:p>
            <a:r>
              <a:rPr lang="en-GB" dirty="0"/>
              <a:t>Suppose we want to encrypt the message 42. Using the public key, we compute the ciphertext as c = 42^7 (mod 143) = 81.</a:t>
            </a:r>
            <a:endParaRPr lang="en-GB" dirty="0"/>
          </a:p>
          <a:p>
            <a:endParaRPr lang="en-GB" dirty="0"/>
          </a:p>
          <a:p>
            <a:r>
              <a:rPr lang="en-GB" dirty="0"/>
              <a:t>To decrypt the ciphertext, we use the private key to compute m = 81^103 (mod 143) = 42, which is the original message.</a:t>
            </a:r>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Security Foundation of RSA</a:t>
            </a:r>
            <a:endParaRPr lang="en-GB" dirty="0"/>
          </a:p>
        </p:txBody>
      </p:sp>
      <p:sp>
        <p:nvSpPr>
          <p:cNvPr id="3" name="Content Placeholder 2"/>
          <p:cNvSpPr>
            <a:spLocks noGrp="1"/>
          </p:cNvSpPr>
          <p:nvPr>
            <p:ph idx="1"/>
          </p:nvPr>
        </p:nvSpPr>
        <p:spPr/>
        <p:txBody>
          <a:bodyPr>
            <a:normAutofit/>
          </a:bodyPr>
          <a:lstStyle/>
          <a:p>
            <a:r>
              <a:rPr lang="en-GB" dirty="0"/>
              <a:t>The RSA algorithm is based on three core mathematical principles:</a:t>
            </a:r>
            <a:endParaRPr lang="en-GB" dirty="0"/>
          </a:p>
          <a:p>
            <a:pPr>
              <a:buFont typeface="+mj-lt"/>
              <a:buAutoNum type="arabicPeriod"/>
            </a:pPr>
            <a:r>
              <a:rPr lang="en-GB" b="1" dirty="0"/>
              <a:t>Factoring Large Composite Numbers</a:t>
            </a:r>
            <a:r>
              <a:rPr lang="en-GB" dirty="0"/>
              <a:t>: RSA's security depends on the difficulty of factoring a large number N, which is the product of two large prime numbers p and q. The public key in RSA includes N and an exponent e, while the private key includes the exponent d (the modular multiplicative inverse of e modulo ϕ(N), where ϕ(N)=(p−1)(q−1)). Knowing N without knowing p and q makes it infeasible to compute d without factoring N.</a:t>
            </a:r>
            <a:endParaRPr lang="en-GB" dirty="0"/>
          </a:p>
          <a:p>
            <a:endParaRPr lang="en-GB"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Security Foundation of RSA (contd.)</a:t>
            </a:r>
            <a:endParaRPr lang="en-GB" dirty="0"/>
          </a:p>
        </p:txBody>
      </p:sp>
      <p:sp>
        <p:nvSpPr>
          <p:cNvPr id="3" name="Content Placeholder 2"/>
          <p:cNvSpPr>
            <a:spLocks noGrp="1"/>
          </p:cNvSpPr>
          <p:nvPr>
            <p:ph idx="1"/>
          </p:nvPr>
        </p:nvSpPr>
        <p:spPr/>
        <p:txBody>
          <a:bodyPr>
            <a:normAutofit/>
          </a:bodyPr>
          <a:lstStyle/>
          <a:p>
            <a:pPr marL="0" indent="0">
              <a:buNone/>
            </a:pPr>
            <a:r>
              <a:rPr lang="en-GB" b="1" dirty="0"/>
              <a:t>2. Difficulty of Computing the Modular Inverse</a:t>
            </a:r>
            <a:r>
              <a:rPr lang="en-GB" dirty="0"/>
              <a:t>: The decryption key d is derived by computing the modular inverse of e modulo ϕ(N). This is feasible only if the values of p and q are known, as they are necessary to calculate ϕ(N).</a:t>
            </a:r>
            <a:endParaRPr lang="en-GB" dirty="0"/>
          </a:p>
          <a:p>
            <a:pPr marL="0" indent="0">
              <a:buNone/>
            </a:pPr>
            <a:endParaRPr lang="en-GB" dirty="0"/>
          </a:p>
          <a:p>
            <a:pPr marL="0" indent="0">
              <a:buNone/>
            </a:pPr>
            <a:r>
              <a:rPr lang="en-GB" b="1" dirty="0"/>
              <a:t>3. Assumption of Prime Selection</a:t>
            </a:r>
            <a:r>
              <a:rPr lang="en-GB" dirty="0"/>
              <a:t>: RSA's security also depends on using primes that are chosen carefully to avoid common factoring techniques. If these primes are too small or chosen poorly (e.g., predictable), it weakens RSA's security.</a:t>
            </a:r>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Attacks on RSA</a:t>
            </a:r>
            <a:endParaRPr lang="en-GB" dirty="0"/>
          </a:p>
        </p:txBody>
      </p:sp>
      <p:sp>
        <p:nvSpPr>
          <p:cNvPr id="3" name="Content Placeholder 2"/>
          <p:cNvSpPr>
            <a:spLocks noGrp="1"/>
          </p:cNvSpPr>
          <p:nvPr>
            <p:ph idx="1"/>
          </p:nvPr>
        </p:nvSpPr>
        <p:spPr/>
        <p:txBody>
          <a:bodyPr/>
          <a:lstStyle/>
          <a:p>
            <a:pPr marL="0" indent="0">
              <a:buNone/>
            </a:pPr>
            <a:r>
              <a:rPr lang="en-GB" dirty="0"/>
              <a:t>1. </a:t>
            </a:r>
            <a:r>
              <a:rPr lang="en-GB" b="1" dirty="0"/>
              <a:t>Brute Force Attack</a:t>
            </a:r>
            <a:r>
              <a:rPr lang="en-GB" dirty="0"/>
              <a:t>:</a:t>
            </a:r>
            <a:endParaRPr lang="en-GB" dirty="0"/>
          </a:p>
          <a:p>
            <a:pPr>
              <a:buFont typeface="Arial" panose="020B0604020202020204" pitchFamily="34" charset="0"/>
              <a:buChar char="•"/>
            </a:pPr>
            <a:r>
              <a:rPr lang="en-GB" dirty="0"/>
              <a:t>Attackers attempt to factor N by brute force, trying different combinations of potential factors. However, for sufficiently large primes (2048 bits or more), brute-force factoring is computationally infeasible due to the time required.</a:t>
            </a:r>
            <a:endParaRPr lang="en-GB" dirty="0"/>
          </a:p>
          <a:p>
            <a:pPr marL="0" indent="0">
              <a:buNone/>
            </a:pPr>
            <a:endParaRPr lang="en-GB"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Attacks on RSA (contd.)</a:t>
            </a:r>
            <a:endParaRPr lang="en-GB" dirty="0"/>
          </a:p>
        </p:txBody>
      </p:sp>
      <p:sp>
        <p:nvSpPr>
          <p:cNvPr id="3" name="Content Placeholder 2"/>
          <p:cNvSpPr>
            <a:spLocks noGrp="1"/>
          </p:cNvSpPr>
          <p:nvPr>
            <p:ph idx="1"/>
          </p:nvPr>
        </p:nvSpPr>
        <p:spPr/>
        <p:txBody>
          <a:bodyPr/>
          <a:lstStyle/>
          <a:p>
            <a:pPr marL="0" indent="0">
              <a:buNone/>
            </a:pPr>
            <a:r>
              <a:rPr lang="en-GB" dirty="0"/>
              <a:t>2. </a:t>
            </a:r>
            <a:r>
              <a:rPr lang="en-GB" b="1" dirty="0"/>
              <a:t>Unconcealed Message attack: </a:t>
            </a:r>
            <a:endParaRPr lang="en-GB" b="1" dirty="0"/>
          </a:p>
          <a:p>
            <a:r>
              <a:rPr lang="en-GB" dirty="0"/>
              <a:t>Sometimes it happens that plain text is the same as cipher text after encryption. So, it must be checked, or it will be of no use as the attacker will see right through it. </a:t>
            </a:r>
            <a:endParaRPr lang="en-GB"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Attacks on RSA (contd.)</a:t>
            </a:r>
            <a:endParaRPr lang="en-GB" dirty="0"/>
          </a:p>
        </p:txBody>
      </p:sp>
      <p:sp>
        <p:nvSpPr>
          <p:cNvPr id="3" name="Content Placeholder 2"/>
          <p:cNvSpPr>
            <a:spLocks noGrp="1"/>
          </p:cNvSpPr>
          <p:nvPr>
            <p:ph idx="1"/>
          </p:nvPr>
        </p:nvSpPr>
        <p:spPr/>
        <p:txBody>
          <a:bodyPr>
            <a:normAutofit/>
          </a:bodyPr>
          <a:lstStyle/>
          <a:p>
            <a:pPr marL="0" indent="0">
              <a:buNone/>
            </a:pPr>
            <a:r>
              <a:rPr lang="en-GB" dirty="0"/>
              <a:t>3. </a:t>
            </a:r>
            <a:r>
              <a:rPr lang="en-GB" b="1" dirty="0"/>
              <a:t>Timing Attack: </a:t>
            </a:r>
            <a:endParaRPr lang="en-GB" b="1" dirty="0"/>
          </a:p>
          <a:p>
            <a:r>
              <a:rPr lang="en-GB" dirty="0"/>
              <a:t>A timing attack on RSA is a side-channel attack that leverages the time variations in RSA decryption or signing operations to gain insights into the private key.</a:t>
            </a:r>
            <a:endParaRPr lang="en-GB" dirty="0"/>
          </a:p>
          <a:p>
            <a:r>
              <a:rPr lang="en-GB" dirty="0"/>
              <a:t>The general approach of a timing attack involves the following steps:</a:t>
            </a:r>
            <a:endParaRPr lang="en-GB" dirty="0"/>
          </a:p>
          <a:p>
            <a:pPr>
              <a:buFont typeface="+mj-lt"/>
              <a:buAutoNum type="arabicPeriod"/>
            </a:pPr>
            <a:r>
              <a:rPr lang="en-GB" b="1" dirty="0"/>
              <a:t>Collect Timing Data</a:t>
            </a:r>
            <a:r>
              <a:rPr lang="en-GB" dirty="0"/>
              <a:t>: The attacker sends numerous chosen ciphertexts (or observes legitimate transactions) to the target, carefully measuring the time each decryption or signing operation takes.</a:t>
            </a:r>
            <a:endParaRPr lang="en-GB"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Common Attacks on RSA (contd.)</a:t>
            </a:r>
            <a:endParaRPr lang="en-GB" dirty="0"/>
          </a:p>
        </p:txBody>
      </p:sp>
      <p:sp>
        <p:nvSpPr>
          <p:cNvPr id="3" name="Content Placeholder 2"/>
          <p:cNvSpPr>
            <a:spLocks noGrp="1"/>
          </p:cNvSpPr>
          <p:nvPr>
            <p:ph idx="1"/>
          </p:nvPr>
        </p:nvSpPr>
        <p:spPr/>
        <p:txBody>
          <a:bodyPr>
            <a:normAutofit/>
          </a:bodyPr>
          <a:lstStyle/>
          <a:p>
            <a:pPr marL="0" indent="0">
              <a:buNone/>
            </a:pPr>
            <a:r>
              <a:rPr lang="en-GB" b="1" dirty="0"/>
              <a:t>2. </a:t>
            </a:r>
            <a:r>
              <a:rPr lang="en-GB" b="1" dirty="0" err="1"/>
              <a:t>Analyze</a:t>
            </a:r>
            <a:r>
              <a:rPr lang="en-GB" b="1" dirty="0"/>
              <a:t> Patterns</a:t>
            </a:r>
            <a:r>
              <a:rPr lang="en-GB" dirty="0"/>
              <a:t>: The attacker examines timing variations across multiple requests. Small timing differences can indicate specific information about the factors used in the computation, such as the length of intermediate values, divisions, or operations that depend on the private key.</a:t>
            </a:r>
            <a:endParaRPr lang="en-GB" dirty="0"/>
          </a:p>
          <a:p>
            <a:pPr marL="0" indent="0">
              <a:buNone/>
            </a:pPr>
            <a:r>
              <a:rPr lang="en-GB" b="1" dirty="0"/>
              <a:t>3. Infer Key Information</a:t>
            </a:r>
            <a:r>
              <a:rPr lang="en-GB" dirty="0"/>
              <a:t>: Using the timing patterns, the attacker applies mathematical analysis to infer bits of the private key. This is especially relevant when the RSA algorithm employs certain optimizations like the Chinese Remainder Theorem (CRT) to speed up decryption. </a:t>
            </a:r>
            <a:endParaRPr lang="en-GB"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ECC</a:t>
            </a:r>
            <a:endParaRPr lang="en-GB" dirty="0"/>
          </a:p>
        </p:txBody>
      </p:sp>
      <p:sp>
        <p:nvSpPr>
          <p:cNvPr id="3" name="Content Placeholder 2"/>
          <p:cNvSpPr>
            <a:spLocks noGrp="1"/>
          </p:cNvSpPr>
          <p:nvPr>
            <p:ph idx="1"/>
          </p:nvPr>
        </p:nvSpPr>
        <p:spPr/>
        <p:txBody>
          <a:bodyPr/>
          <a:lstStyle/>
          <a:p>
            <a:r>
              <a:rPr lang="en-GB" dirty="0"/>
              <a:t>Elliptic Curve Cryptography (ECC) is a type of public-key cryptography based on the algebraic structure of elliptic curves over finite fields. </a:t>
            </a:r>
            <a:endParaRPr lang="en-GB" dirty="0"/>
          </a:p>
          <a:p>
            <a:endParaRPr lang="en-GB" dirty="0"/>
          </a:p>
          <a:p>
            <a:r>
              <a:rPr lang="en-GB" dirty="0"/>
              <a:t>ECC has become popular in recent years due to its ability to provide a high level of security with relatively small key sizes, making it efficient in terms of computation, storage, and bandwidth.</a:t>
            </a:r>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Idea</a:t>
            </a:r>
            <a:endParaRPr lang="en-GB" dirty="0"/>
          </a:p>
        </p:txBody>
      </p:sp>
      <p:sp>
        <p:nvSpPr>
          <p:cNvPr id="3" name="Content Placeholder 2"/>
          <p:cNvSpPr>
            <a:spLocks noGrp="1"/>
          </p:cNvSpPr>
          <p:nvPr>
            <p:ph idx="1"/>
          </p:nvPr>
        </p:nvSpPr>
        <p:spPr/>
        <p:txBody>
          <a:bodyPr/>
          <a:lstStyle/>
          <a:p>
            <a:r>
              <a:rPr lang="en-GB" b="1" dirty="0"/>
              <a:t>Elliptic Curves</a:t>
            </a:r>
            <a:r>
              <a:rPr lang="en-GB" dirty="0"/>
              <a:t>: An elliptic curve is a set of points that satisfy a specific mathematical equation. Over a finite field, an elliptic curve can be defined by an equation of the form:</a:t>
            </a:r>
            <a:endParaRPr lang="en-GB" dirty="0"/>
          </a:p>
          <a:p>
            <a:pPr marL="0" indent="0">
              <a:buNone/>
            </a:pPr>
            <a:r>
              <a:rPr lang="en-GB" dirty="0"/>
              <a:t>	y</a:t>
            </a:r>
            <a:r>
              <a:rPr lang="en-GB" baseline="30000" dirty="0"/>
              <a:t>2 </a:t>
            </a:r>
            <a:r>
              <a:rPr lang="en-GB" dirty="0"/>
              <a:t>= x</a:t>
            </a:r>
            <a:r>
              <a:rPr lang="en-GB" baseline="30000" dirty="0"/>
              <a:t>3 </a:t>
            </a:r>
            <a:r>
              <a:rPr lang="en-GB" dirty="0"/>
              <a:t>+ </a:t>
            </a:r>
            <a:r>
              <a:rPr lang="en-GB" dirty="0" err="1"/>
              <a:t>ax</a:t>
            </a:r>
            <a:r>
              <a:rPr lang="en-GB" dirty="0"/>
              <a:t> + b</a:t>
            </a:r>
            <a:endParaRPr lang="en-GB" dirty="0"/>
          </a:p>
          <a:p>
            <a:pPr marL="0" indent="0">
              <a:buNone/>
            </a:pPr>
            <a:r>
              <a:rPr lang="en-GB" dirty="0"/>
              <a:t>where a and b are constants that satisfy certain conditions to ensure the curve has no singularities (i.e., it is smooth and connected). </a:t>
            </a:r>
            <a:endParaRPr lang="en-GB" dirty="0"/>
          </a:p>
          <a:p>
            <a:pPr marL="0" indent="0">
              <a:buNone/>
            </a:pPr>
            <a:endParaRPr lang="en-GB" dirty="0"/>
          </a:p>
          <a:p>
            <a:endParaRPr lang="en-GB"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Key Idea (contd.)</a:t>
            </a:r>
            <a:endParaRPr lang="en-GB" dirty="0"/>
          </a:p>
        </p:txBody>
      </p:sp>
      <p:sp>
        <p:nvSpPr>
          <p:cNvPr id="3" name="Content Placeholder 2"/>
          <p:cNvSpPr>
            <a:spLocks noGrp="1"/>
          </p:cNvSpPr>
          <p:nvPr>
            <p:ph idx="1"/>
          </p:nvPr>
        </p:nvSpPr>
        <p:spPr/>
        <p:txBody>
          <a:bodyPr/>
          <a:lstStyle/>
          <a:p>
            <a:endParaRPr lang="en-GB" dirty="0"/>
          </a:p>
        </p:txBody>
      </p:sp>
      <p:pic>
        <p:nvPicPr>
          <p:cNvPr id="5" name="Picture 4"/>
          <p:cNvPicPr>
            <a:picLocks noChangeAspect="1"/>
          </p:cNvPicPr>
          <p:nvPr/>
        </p:nvPicPr>
        <p:blipFill>
          <a:blip r:embed="rId1"/>
          <a:stretch>
            <a:fillRect/>
          </a:stretch>
        </p:blipFill>
        <p:spPr>
          <a:xfrm>
            <a:off x="4996043" y="860595"/>
            <a:ext cx="6602400" cy="563228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Security</a:t>
            </a:r>
            <a:endParaRPr lang="en-GB" dirty="0"/>
          </a:p>
        </p:txBody>
      </p:sp>
      <p:sp>
        <p:nvSpPr>
          <p:cNvPr id="3" name="Content Placeholder 2"/>
          <p:cNvSpPr>
            <a:spLocks noGrp="1"/>
          </p:cNvSpPr>
          <p:nvPr>
            <p:ph idx="1"/>
          </p:nvPr>
        </p:nvSpPr>
        <p:spPr/>
        <p:txBody>
          <a:bodyPr/>
          <a:lstStyle/>
          <a:p>
            <a:r>
              <a:rPr lang="en-GB" dirty="0"/>
              <a:t>The security of ECC relies on the difficulty of the Elliptic Curve Discrete Logarithm Problem (ECDLP). </a:t>
            </a:r>
            <a:endParaRPr lang="en-GB" dirty="0"/>
          </a:p>
          <a:p>
            <a:endParaRPr lang="en-GB" dirty="0"/>
          </a:p>
          <a:p>
            <a:r>
              <a:rPr lang="en-GB" dirty="0"/>
              <a:t>Given two points P and Q on an elliptic curve, where Q = </a:t>
            </a:r>
            <a:r>
              <a:rPr lang="en-GB" dirty="0" err="1"/>
              <a:t>kP</a:t>
            </a:r>
            <a:r>
              <a:rPr lang="en-GB" dirty="0"/>
              <a:t> for some unknown integer k, it is computationally difficult to determine k. </a:t>
            </a:r>
            <a:endParaRPr lang="en-GB" dirty="0"/>
          </a:p>
          <a:p>
            <a:endParaRPr lang="en-GB" dirty="0"/>
          </a:p>
          <a:p>
            <a:r>
              <a:rPr lang="en-GB" dirty="0"/>
              <a:t>This problem is considered hard even for advanced algorithms, which makes ECC a secure choice for cryptographic applications.</a:t>
            </a:r>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14824</Words>
  <Application>WPS Presentation</Application>
  <PresentationFormat>Widescreen</PresentationFormat>
  <Paragraphs>316</Paragraphs>
  <Slides>47</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47</vt:i4>
      </vt:variant>
    </vt:vector>
  </HeadingPairs>
  <TitlesOfParts>
    <vt:vector size="58" baseType="lpstr">
      <vt:lpstr>Arial</vt:lpstr>
      <vt:lpstr>SimSun</vt:lpstr>
      <vt:lpstr>Wingdings</vt:lpstr>
      <vt:lpstr>Aptos Display</vt:lpstr>
      <vt:lpstr>Segoe Print</vt:lpstr>
      <vt:lpstr>Aptos</vt:lpstr>
      <vt:lpstr>Microsoft YaHei</vt:lpstr>
      <vt:lpstr>Arial Unicode MS</vt:lpstr>
      <vt:lpstr>Cambria Math</vt:lpstr>
      <vt:lpstr>Calibri</vt:lpstr>
      <vt:lpstr>Office Theme</vt:lpstr>
      <vt:lpstr>Public Key Asymmetric Cryptography</vt:lpstr>
      <vt:lpstr>Introduction</vt:lpstr>
      <vt:lpstr>Public Key Encryption</vt:lpstr>
      <vt:lpstr>Public Key Encryption (contd.)</vt:lpstr>
      <vt:lpstr>Watsapp Message to Self</vt:lpstr>
      <vt:lpstr>Public Key Encryption (contd.)</vt:lpstr>
      <vt:lpstr>Why?</vt:lpstr>
      <vt:lpstr>Components</vt:lpstr>
      <vt:lpstr>Weakness</vt:lpstr>
      <vt:lpstr>Applications</vt:lpstr>
      <vt:lpstr>Diffie-Hellman Key Exchange</vt:lpstr>
      <vt:lpstr>Algorithm: step 1</vt:lpstr>
      <vt:lpstr>Algorithm: step 2</vt:lpstr>
      <vt:lpstr>Algorithm: step 3</vt:lpstr>
      <vt:lpstr>Algorithm: step 4</vt:lpstr>
      <vt:lpstr>Example</vt:lpstr>
      <vt:lpstr>Important</vt:lpstr>
      <vt:lpstr>Attacks</vt:lpstr>
      <vt:lpstr>Attacks (contd.)</vt:lpstr>
      <vt:lpstr>ElGamal Encryption Algorithm</vt:lpstr>
      <vt:lpstr>Components</vt:lpstr>
      <vt:lpstr>Components (contd.)</vt:lpstr>
      <vt:lpstr>Components (contd.)</vt:lpstr>
      <vt:lpstr>Idea</vt:lpstr>
      <vt:lpstr>Idea (contd.)</vt:lpstr>
      <vt:lpstr>Idea (contd.)</vt:lpstr>
      <vt:lpstr>Example</vt:lpstr>
      <vt:lpstr>Example Contd.</vt:lpstr>
      <vt:lpstr>Example Contd.</vt:lpstr>
      <vt:lpstr>Limitations</vt:lpstr>
      <vt:lpstr>RSA Algorithm</vt:lpstr>
      <vt:lpstr>Idea</vt:lpstr>
      <vt:lpstr>Procedure</vt:lpstr>
      <vt:lpstr>Procedure (contd.)</vt:lpstr>
      <vt:lpstr>Procedure (contd.)</vt:lpstr>
      <vt:lpstr>Example</vt:lpstr>
      <vt:lpstr>Example</vt:lpstr>
      <vt:lpstr>Security Foundation of RSA</vt:lpstr>
      <vt:lpstr>Security Foundation of RSA (contd.)</vt:lpstr>
      <vt:lpstr>Common Attacks on RSA</vt:lpstr>
      <vt:lpstr>Common Attacks on RSA (contd.)</vt:lpstr>
      <vt:lpstr>Common Attacks on RSA (contd.)</vt:lpstr>
      <vt:lpstr>Common Attacks on RSA (contd.)</vt:lpstr>
      <vt:lpstr>ECC</vt:lpstr>
      <vt:lpstr>Key Idea</vt:lpstr>
      <vt:lpstr>Key Idea (contd.)</vt:lpstr>
      <vt:lpstr>Security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Key Asymmetric Cryptography</dc:title>
  <dc:creator>Nachiket Tapas</dc:creator>
  <cp:lastModifiedBy>Lenovo</cp:lastModifiedBy>
  <cp:revision>100</cp:revision>
  <dcterms:created xsi:type="dcterms:W3CDTF">2024-10-17T03:18:00Z</dcterms:created>
  <dcterms:modified xsi:type="dcterms:W3CDTF">2024-11-14T08:17:09Z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EBF0E88E8B2C4CBFA6B79094E4ACFEF2_12</vt:lpwstr>
  </property>
  <property fmtid="{D5CDD505-2E9C-101B-9397-08002B2CF9AE}" pid="3" name="KSOProductBuildVer">
    <vt:lpwstr>1033-12.2.0.13472</vt:lpwstr>
  </property>
</Properties>
</file>