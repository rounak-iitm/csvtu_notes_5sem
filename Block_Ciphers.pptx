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2.xml" ContentType="application/vnd.openxmlformats-officedocument.presentationml.notesSlide+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60" r:id="rId4"/>
    <p:sldId id="258" r:id="rId5"/>
    <p:sldId id="259" r:id="rId6"/>
    <p:sldId id="261" r:id="rId7"/>
    <p:sldId id="262" r:id="rId8"/>
    <p:sldId id="263" r:id="rId9"/>
    <p:sldId id="264" r:id="rId10"/>
    <p:sldId id="265" r:id="rId11"/>
    <p:sldId id="266" r:id="rId12"/>
    <p:sldId id="267" r:id="rId13"/>
    <p:sldId id="270" r:id="rId14"/>
    <p:sldId id="271" r:id="rId15"/>
    <p:sldId id="272" r:id="rId16"/>
    <p:sldId id="273" r:id="rId17"/>
    <p:sldId id="289" r:id="rId18"/>
    <p:sldId id="274" r:id="rId19"/>
    <p:sldId id="275" r:id="rId20"/>
    <p:sldId id="276" r:id="rId21"/>
    <p:sldId id="269" r:id="rId22"/>
    <p:sldId id="268" r:id="rId23"/>
    <p:sldId id="292" r:id="rId24"/>
    <p:sldId id="277" r:id="rId25"/>
    <p:sldId id="279" r:id="rId26"/>
    <p:sldId id="280" r:id="rId27"/>
    <p:sldId id="278" r:id="rId28"/>
    <p:sldId id="281" r:id="rId29"/>
    <p:sldId id="287" r:id="rId30"/>
    <p:sldId id="288" r:id="rId31"/>
    <p:sldId id="282" r:id="rId32"/>
    <p:sldId id="283" r:id="rId33"/>
    <p:sldId id="284" r:id="rId34"/>
    <p:sldId id="285" r:id="rId35"/>
    <p:sldId id="286" r:id="rId36"/>
    <p:sldId id="293" r:id="rId37"/>
    <p:sldId id="290" r:id="rId38"/>
    <p:sldId id="294" r:id="rId39"/>
    <p:sldId id="295" r:id="rId40"/>
    <p:sldId id="29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108" autoAdjust="0"/>
  </p:normalViewPr>
  <p:slideViewPr>
    <p:cSldViewPr snapToGrid="0">
      <p:cViewPr varScale="1">
        <p:scale>
          <a:sx n="61" d="100"/>
          <a:sy n="61" d="100"/>
        </p:scale>
        <p:origin x="918"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3T07:45:25.933"/>
    </inkml:context>
    <inkml:brush xml:id="br0">
      <inkml:brushProperty name="width" value="0.05292" units="cm"/>
      <inkml:brushProperty name="height" value="0.05292" units="cm"/>
      <inkml:brushProperty name="color" value="#FF0000"/>
    </inkml:brush>
  </inkml:definitions>
  <inkml:trace contextRef="#ctx0" brushRef="#br0">18193 3037,'0'0,"0"0,0 0,0 0,0 0,-6-6,-3-1,-6-3,0 6,-5 0,-7 1,-4 3,-2-2,-10 4,7 1,-2 3,38-6,0 0,-38 12,38-12,0 0,0 0,-43 13,43-13,0 0,0 0,-43 16,43-16,0 0,-33 19,33-19,-32 30,6 12,0 2,26-44,-22 56,22-56,-16 62,-1 13,4 16,13-91,-12 91,12-91,-5 90,5-90,0 98,0 2,0-100,-1 95,1-14,0-81,0 78,4-6,-2-19,-2-53,0 0,11 45,-11-45,13 42,-13-42,28 39,-28-39,49 30,9-7,9-11,-4-2,-1-5,4-5,-1-5,3-2</inkml:trace>
  <inkml:trace contextRef="#ctx0" brushRef="#br0" timeOffset="471.71">18663 3388,'0'0,"0"0,0 0,0 0,0 0,0 14,0 12,0 13,0 3,0-2,0 3,0-43,0 47,0-47,5 62,0 11,-2 2,-3-75,0 86,0-86,0 0,-7 87</inkml:trace>
  <inkml:trace contextRef="#ctx0" brushRef="#br0" timeOffset="777.21">19464 3751,'0'0,"0"0,2-6,15-2,9-3,8 2,4 1,4 2,5 4,-47 2,60 0,-60 0,73 5</inkml:trace>
  <inkml:trace contextRef="#ctx0" brushRef="#br0" timeOffset="1139.84">20647 3477,'0'0,"0"0,0 0,0 0,0 0,-4 11,-1 14,-3 18,1 7,1 6,5 8,1-64,-2 77,1 19,1-10,1-25,2-21,11-14</inkml:trace>
  <inkml:trace contextRef="#ctx0" brushRef="#br0" timeOffset="1631.53">21232 3502,'0'0,"-14"4,-11 9,-2 11,4-3,8 3,0 2,6 6,4 0,5-32,5 34,-5-34,14 37,-14-37,29 43,-29-43,38 40,-38-40,0 0,44 30,-44-30,51 12,-51-12,44-11,-3-17,-10-8,-10-6,-8 2,-10-1,-10 7,-6 9,-8 7,-6 7,0 5,3 9,7 4,0 2,5 1</inkml:trace>
  <inkml:trace contextRef="#ctx0" brushRef="#br0" timeOffset="2085.85">21781 3517,'0'0,"0"0,0 0,-7 9,-5 11,-6 6,4-2,3-1,8 4,6-2,8 3,3-1,-14-27,26 30,-26-30,43 36,-43-36,50 38,-50-38,0 0,52 32,-52-32,54 17,-7-17,-47 0,42-22,-42 22,23-44,-12-9,-12-6,-10 4,-11 8,-7 4,-4 9,0 7,3 7,4 6,5 8,4 0,6 3,6 3,5-3,7-9</inkml:trace>
  <inkml:trace contextRef="#ctx0" brushRef="#br0" timeOffset="2728.89">22317 3099,'0'0,"3"-5,10-1,12-1,11-3,1 1,5 2,1 3,-43 4,50-2,-50 2,56 0,-56 0,0 0,61 6,-61-6,0 0,0 0,51 20,-51-20,38 35,-12 5,-8 6,-3 4,-1-1,-1 8,-13-57,12 67,-1 9,2 21,1 7,-6-5,-5-7,-3-92,-3 92,3-5,0-87,0 0,-2 89,2-89,0 0,-4 75,4-75,0 0,0 0,-16 62,16-62,0 0,-26 38,-16-18,-7-6,-5 1,-11-7,0 1,-4 6,-2 0,71-15,-95 21</inkml:trace>
  <inkml:trace contextRef="#ctx0" brushRef="#br0" timeOffset="5350.19">25303 2938,'0'0,"-17"0,-2 0,-6 0,4 0,2 7,5 1,0 6,6 1,-2 2,2 0,-4 8,4 6,8-31,-14 39,14-39,-10 61,2 13,2 2,1 16,8 3,-1-1,1-8,2-4,-4-2,4-2,-5-78,4 83,-4-83,0 0,-5 84,-8-3</inkml:trace>
  <inkml:trace contextRef="#ctx0" brushRef="#br0" timeOffset="5779.2">24812 3751,'0'0,"0"0,0 0,0 0,1-6,17-9,5-3,4 1,3 2,-1 4,-29 11,39-10,-39 10,67-10,10 0,-77 10,106-11,-106 11,125-14,-125 14,137-15,5-3</inkml:trace>
  <inkml:trace contextRef="#ctx0" brushRef="#br0" timeOffset="6110.15">26042 3699,'0'0,"0"0,0 0,0 0,14 0,11-4,18 1,4-4,-2 0,2 0,-47 7,0 0,55-4,-55 4,75-3</inkml:trace>
  <inkml:trace contextRef="#ctx0" brushRef="#br0" timeOffset="6375.92">26333 3938,'0'0,"0"0,0 0,0 0,0 0,0 0,0 0,15 0,14-3,25 0,0 0,2-5,-56 8,62-8,8-3</inkml:trace>
  <inkml:trace contextRef="#ctx0" brushRef="#br0" timeOffset="7084.89">27667 3161,'0'0,"-16"5,-12 4,-9 4,11 4,8-3,7-1,5 5,-1 4,11 1,0 3,4-2,4 2,3-8,4 4,0-5,3 0,0-6,1 0,-3-3,4-6,-2-2,-3-2,1-6,0 0,-3-6,-1-3,-2 0,-6-1,0-4,1 1,-6-2,-3 2,-5 1,-4 0,1 4,0-2,0 5,-7-1,5 0,-1 5,5 4,-1 0,4 4,-3-1,4 2,2 0</inkml:trace>
  <inkml:trace contextRef="#ctx0" brushRef="#br0" timeOffset="7428.36">28159 3075,'0'0,"6"6,2 0,3 3,2-4,-7 4,-3 6,1 9,-8 2,1 8,-9 3,-6 2,-1 3,0 8,19-50,-22 57,-2-2,-1 12,4-4,-6-2,1 1,-1-5,-3 1,3-2,27-56,-27 55,27-55,0 0,0 0,-18 45</inkml:trace>
  <inkml:trace contextRef="#ctx0" brushRef="#br0" timeOffset="7984.56">28314 3840,'0'0,"-3"3,-2 11,-3 9,0 2,4 0,2-5,8-2,8 1,8-1,-5-2,1-5,-2 0,0-2,0-1,1-5,0 0,-1-1,-2-4,6-2,-2-3,-1-2,1-2,-2-3,-5-2,0-2,-1-1,-6-3,-1-2,-7 3,-4 0,-5-2,-4 6,1-2,-8 5,-1 3,2 4,-2 3,2 6,1 3,3 2,3-1,3-1,7-2</inkml:trace>
  <inkml:trace contextRef="#ctx0" brushRef="#br0" timeOffset="8658.71">29006 3130,'0'0,"0"0,0 0,0 0,0 0,0 0,0 0,0 0,10 0,14 0,9 0,5 0,1 0,-1 0,-1 0,-1 0,-36 0,0 0,0 0,44 0,-44 0,0 0,0 0,41 5,-41-5,0 0,0 0,35 15,-35-15,25 37,-25-37,12 54,-12-54,1 72,-2 8,1-80,-5 96,5-96,-7 106,1-16,-2-19,4-28,2-7,2-36,-6 33,6-33,-9 37,0 4,-2 6,-3-8,-2-11,6-13,1-8</inkml:trace>
  <inkml:trace contextRef="#ctx0" brushRef="#br0" timeOffset="8973.84">29173 3635,'0'0,"0"0,0 0,0 0,0 0,12-7,16-2,14-4,10 3,5 2,9-2,-66 10,66-6,9-2,-75 8,107-1</inkml:trace>
  <inkml:trace contextRef="#ctx0" brushRef="#br0" timeOffset="20136.14">18590 9180,'0'0,"0"0,0 0,0-14,0-9,0-9,6 7,7 3,4 8,4 3,-5-1,3 1,0-3,-19 14,28-16,-28 16,0 0,34-18,-34 18,50-19,-50 19,0 0,0 0,54-17,-54 17,55-2,1 14,-8 8,-8 4,-40-24,30 32,-14 10,-16-42,4 47,-4-47,-3 57,3-57,-14 62,-8 6,-9 2,-11 8,4-1,-9-3,3-9,-5-13,49-52,-41 43,41-43,-35 37,35-37,0 0,0 0,-44 35,44-35,0 0,0 0,-38 30,38-30,0 0,-18 20,18-20,0 0,11 8,19-1,-30-7,42 0,18-8,-60 8,61-8,3-6,0-3,-8 2,-11 0</inkml:trace>
  <inkml:trace contextRef="#ctx0" brushRef="#br0" timeOffset="20612.3">19822 8977,'0'0,"0"0,0 0,0 0,0 9,0 9,0 11,0 2,0 1,0 4,0 1,0 5,0-42,0 53,0 8,0 8,0-1,0-68,0 73,0-73,4 68,3-4,3-10,0-7</inkml:trace>
  <inkml:trace contextRef="#ctx0" brushRef="#br0" timeOffset="23833.94">20801 9022,'0'0,"0"0,0 0,0 0,0 10,0 8,6 7,0-4,4-1,-2-4,2-2,2-3,3-2,-3-3,-1-1,3 1,7-3,-1-6,5 0,0-8,1 0,-2-4,3-6,-27 21,30-26,-30 26,0 0,31-41,-31 41,0 0,22-48,-22 48,10-50,-10 50,0 0,-7-47,7 47,-20-36,-7 8,-3 14,0 13,0 2,4 9,3 2,2 3,9-2,5 1</inkml:trace>
  <inkml:trace contextRef="#ctx0" brushRef="#br0" timeOffset="24234.23">21784 8787,'0'0,"-3"14,-4 11,-11 14,0-4,-1 4,0 2,-5 4,-1 2,2 6,-7 2,-4 5,-1 3,5 3,-6 1,-13 12,-2-4,6-5,13-15,14-21</inkml:trace>
  <inkml:trace contextRef="#ctx0" brushRef="#br0" timeOffset="24808.39">21784 9478,'0'0,"0"14,0 11,0 8,0-7,0-2,9-7,2-6,2 1,5-6,-1 1,0 0,4 0,-2 0,3 1,-2-3,-20-5,0 0,26 3,-26-3,0 0,30-10,-30 10,27-18,-3-7,-7-2,-8 0,-4 0,-6 4,-14 5,-4 3,-6 2,-6 7,-4 3,-3 1,-1 4,6 5,11 2,-1 3,2 4,4-1,1 4,0-3</inkml:trace>
  <inkml:trace contextRef="#ctx0" brushRef="#br0" timeOffset="25383.39">22665 8858,'0'0,"0"0,0 0,0 0,0 0,9-8,16 0,14-6,0 1,-3-3,2 2,-38 14,43-9,-43 9,0 0,47-7,-47 7,0 0,0 0,55 3,-55-3,0 0,43 20,-43-20,32 39,-32-39,20 56,-20-56,12 75,-6 24,-8 17,-4-18,-2-6,2-8,2 0,-2-2,6-82,-8 76,8-76,0 0,0 0,-8 64,4-21</inkml:trace>
  <inkml:trace contextRef="#ctx0" brushRef="#br0" timeOffset="25680.1">22998 9316,'0'0,"0"0,0 0,0 0,8-8,16 2,15-6,3 4,3-2,6 5,-51 5,61-6,4-5</inkml:trace>
  <inkml:trace contextRef="#ctx0" brushRef="#br0" timeOffset="26031.34">24916 9214,'0'0,"0"0,13 0,17 0,17 0,4 0,1 0,-52 0,62 0,-62 0,79 3,14 2,-14 3,-22-5,-57-3,0 0,65 6</inkml:trace>
  <inkml:trace contextRef="#ctx0" brushRef="#br0" timeOffset="26287.2">25531 9437,'0'0,"0"0,0 0,0 0,0 0,5 5,15-1,12 1,14 0,4 1,2-2,1-10,-53 6,62-9,12-2</inkml:trace>
  <inkml:trace contextRef="#ctx0" brushRef="#br0" timeOffset="27069.72">27177 8954,'0'0,"0"0,-8-5,-3-2,-13-3,-1 5,-2 4,-3 5,-6 5,-1 12,1 2,36-23,-32 35,32-35,-36 50,0 9,7 4,1-6,28-57,-18 61,18-61,-11 61,11-61,8 71,8-3,8-7,1-9,4-5,2-3,-31-44,45 43,-45-43,52 38,-52-38,61 35,-61-35,70 18,1-12,-5-9,-10-13,-12 1,0-10,-44 25,38-31,-38 31,35-47,-7-8,-6-2,-22 57,15-61,-15 61,3-66,-3 66,-3-75,-12-10,-8 5,-4 16,8 25,-2 6,-9 4,-6 1,-7 3,0 6,-15 0</inkml:trace>
  <inkml:trace contextRef="#ctx0" brushRef="#br0" timeOffset="30807.87">18402 8703,'0'0,"0"0,0 0,0 0,0 0,0 0,-8 3,-1 10,-4 10,4 4,2 0,2 5,4 0,1 1,0 1,0-34,6 44,-6-44,17 51,-17-51,24 71,5 0,-29-71,27 83,-2 6,-6-8,-2-6,-1-5,-16-70,14 59,2-2,-16-57,18 62,-1 3,-17-65,0 0,16 69,-2-4,-14-65,0 0,11 58,-1-19,-6-18</inkml:trace>
  <inkml:trace contextRef="#ctx0" brushRef="#br0" timeOffset="31899.12">18591 8470,'25'0,"9"0,-34 0,41 0,-14 0,-3 0,-3 0,9 0,3 0,2 0,-35 0,37 0,-37 0,48 0,-48 0,63 0,5 0,-68 0,74 0,13 2,-12 1,-6-3,-69 0,64 1,-64-1,61 0,3 5,-8 6,-12 0,-44-11,43 14,-43-14,0 0,43 22,-4 4,-4 9,-35-35,33 40,-1 5,-32-45,33 58,1 5,-4 5,-7 0,2-3,-1-1,-5 1,-19-65,21 75,-21-75,23 103,-23-103,24 123,-24-123,22 132,-22-132,18 127,-18-127,4 114,-7-25,3-89,-7 72,7-72,0 0,0 0,-12 48,12-48,-18 44,-7-6,-9-8,-10 0,-7-1,51-29,-59 33,-8-5,67-28,-75 27,-7 1,82-28,-81 18,81-18,-75 4,-12 0,-10 8,2 11,12 4,30-9,23-9,3-4,-4 1,-11 2</inkml:trace>
  <inkml:trace contextRef="#ctx0" brushRef="#br0" timeOffset="32957">19863 10178,'0'0,"0"0,0 0,6 14,2 5,1 1,8 2,3-2,7-3,-4-4,5 7,-28-20,36 17,13 12,5 1,4-1,-4 0,-2 4,8-5,-60-28,65 31,11 1,27 11,9-6,-1-5,-7-4,-3-6,-3-2,5-1,-2-1,0-2,-1 1,4 2,-6-3,4-1,-3 2,9-3,-5-3,2 0,1 2,3-1,1 0,-6-4,0 1,7 0,-2-1,1 2,-2 2,1-1,2-4,-5 1,1-5,4 0,-7 0,7-2,-6 1,7 4,-9-6,1-4,-5-1,4-1,1-3,-4-4,-2 0,2-5,-4-1,8-3,-7 0,-2-2,-2-2,-9-2,3-4,-2-6,2 5,-1-2,-6 0,-1 1,-1-7,4 0,2-2,-2 5,-3 0,-6 0,-1 2,-7 3,-13 7,-5 2,-47 24,48-26,-48 26,52-40</inkml:trace>
  <inkml:trace contextRef="#ctx0" brushRef="#br0" timeOffset="33447.85">26718 10142,'0'0,"0"0,0 0,0 0,0 0,0 0,4 0,8 5,15 1,3 4,-3 2,-8-1,0 0,-6 0,1-2,-3 2,1-2,-5 5,-1-2,-1 1,2-2,-3 1,2 0,-6 0,-3 0,-4 9,-9 5,-14 10,-21 20,-6 10</inkml:trace>
  <inkml:trace contextRef="#ctx0" brushRef="#br0" timeOffset="36884.42">30881 14726,'0'0,"27"22,-27-22,35 28,25 16,38 7,-34-15</inkml:trace>
  <inkml:trace contextRef="#ctx0" brushRef="#br0" timeOffset="55327.11">28361 9376,'0'0,"8"0,-8 0,17 0,9 0,-5 0,7 0,0 0,11 0,-2 0,3 0,-40 0,0 0,63 0,15 0,19 0,-19-4,-78 4,90-5,-90 5,100-9,-100 9,125-11,-125 11,142-11,3 0,-20 2,-27 1,-18 3,-3 2,-77 3,80-6,3 1,-83 5,93-7,-93 7,90-6,-1 6,-89 0,82 6,-82-6,76 4,-10 0,-66-4,0 0,0 0,54 0</inkml:trace>
  <inkml:trace contextRef="#ctx0" brushRef="#br0" timeOffset="55817.46">30501 8977,'0'0,"0"0,9 0,12 5,10 2,-4 0,-2-1,1 4,-4 0,-8 0,2 4,-4 1,-2 1,-1 6,-4-3,-5-19,0 0,5 28,-5-28,-2 34,2-34,-14 36,14-36,-19 40,-14 10,-10-3,43-47,-49 48,-11-5,-27 9</inkml:trace>
  <inkml:trace contextRef="#ctx0" brushRef="#br0" timeOffset="65393.48">31149 8685,'0'0,"0"0,0 0,0 0,0 0,0 0,0 0,0 0,0 0,3 0,10 0,5 0,0 0,-1 0,-1 0,0 0,2 0,2-2,8 0,-6-1,-1 1,-2-2,-19 4,28-5,-28 5,0 0,37-5,-37 5,0 0,0 0,46-2,14-2,-6-1,-12 5,-9-2,-10 2,-3 0,-1 0,-5 0,-2 2,0 0,-6 1,1-1,-1 5,-3-3,2 3,-5 2,1-2,-1 4,-1 3,-4 0,-1 1,-2 4,-3-2,2 7,-3-2,1 4,-1 5,2 1,-1 3,2-1,9-34,-13 39,13-39,-14 52,14-52,-15 62,-3 4,0-5,18-61,-19 64,5-2,-2-1,16-61,-16 59,16-59,-17 62,-2-3,19-59,-21 57,21-57,-20 56,-1-3,5-6,4-10,1-4,6-12,-3-8,5-6,3-7</inkml:trace>
  <inkml:trace contextRef="#ctx0" brushRef="#br0" timeOffset="65831.78">31460 9408,'0'0,"0"0,3 0,15 0,9 0,6 0,0 0,0 0,-1 0,1 0,5 0,-38 0,41 0,-41 0,54 0,-54 0,66 0,1 5,-9-1,-16-2</inkml:trace>
  <inkml:trace contextRef="#ctx0" brushRef="#br0" timeOffset="69743.57">30719 10474,'0'0,"0"0,0 0,-3 8,1 14,-3 6,0 2,5 4,-1 1,-1 5,2-40,-8 50,8-50,-9 64,9-64,-8 79,5 12,3-91,-7 84,7-84,-6 76,6-76,-9 86,4 0,5-86,-6 92,1-11,5-81,0 0,-8 81,8-81,0 0,8 73</inkml:trace>
  <inkml:trace contextRef="#ctx0" brushRef="#br0" timeOffset="70490.92">31636 10453,'0'0,"0"0,0 0,-10 9,-12 3,-6 4,1 0,3-4,-5 7,1-1,28-18,-30 20,30-20,-35 27,-12 12,-1 2,6 1,-3-3,45-39,-42 44,2-1,7-7,3-4,8-10,9-4,5-3,7-2,1-2,0-11,0 0,0 0,11 10,-11-10,33 7,14-6,15 1,-2-4,-60 2,70-4,-70 4,73-6,-73 6,107-15,-107 15,123-15,-123 15,120-17,-22 11,-26 1,-27 2,-5-2,-10-3,-2 0,-5-1,-7-5,-7-5</inkml:trace>
  <inkml:trace contextRef="#ctx0" brushRef="#br0" timeOffset="70922.61">31702 10490,'0'0,"0"0,-6 0,-2 6,-2-1,1 0,-1 4,7 5,0 8,1 8,-1 0,6 9,-1 7,-2-46,5 59,-5-59,1 77,1 30,-2-6,-2-6,-4-12,-6 0,0-2,-2-3,-3-8,0-18</inkml:trace>
  <inkml:trace contextRef="#ctx0" brushRef="#br0" timeOffset="73500.03">30451 12196,'0'0,"0"0,0 0,0 0,0 0,0 0,0 0,0-6,0-2,0-7,0 4,0-3,5 1,3 1,9 5,1 3,3-1,-1 0,-1 3,5-2,-1-1,-2 3,1 1,0 2,-3 1,-5 5,-1 2,1 2,-4 6,-2 0,1 9,-4-2,1 6,-6-30,0 31,0-31,-8 39,-10 15,-8 3,-4 2,-8-3,-3 2,-5-2,0 0,-4-1,50-55,0 0,-45 54,7-4,10-4,6-14,8-10,6-3,3-9,5 0,0-10,8 5,-8-5,17-4,-17 4,32-4,-32 4,50-8,-50 8,75-14,28-4,10 3,-19-2,-94 17,77-11,-77 11,79-12,8-4</inkml:trace>
  <inkml:trace contextRef="#ctx0" brushRef="#br0" timeOffset="73908.14">31721 12017,'0'0,"0"0,0 0,0 0,-8 3,-1 13,-4 10,5 8,-1 5,6 8,3-47,-2 55,-3 14,-3-2,-7-3,3 6,-2-2,2 1,12-69,-18 71,18-71,-24 86</inkml:trace>
  <inkml:trace contextRef="#ctx0" brushRef="#br0" timeOffset="99161.9">26911 6215,'0'0,"0"0,0 0,0 0,0 0,0 0,0 0,0 0,0 0,0 0</inkml:trace>
  <inkml:trace contextRef="#ctx0" brushRef="#br0" timeOffset="117067.47">22587 12154,'0'0,"0"0,5 0,9 0,11 0,9 0,-8 0,0 0,-5 0,4 0,0 0,3 0,-3 0,-25 0,0 0,37 0,-37 0,0 0,60 0,-60 0,60 0,0 2,-7-1,-53-1,0 0,57 3,-57-3,64 2,0 0,-64-2,0 0,74 6,-5-4,1 2,-70-4,63 6,1-3,-64-3,0 0,69 5,-69-5,71 6,-71-6,82 2,18 4,-4-3,-21 2,-75-5,64 2,-10 0,-54-2,57 4,-3-4,1 0,-55 0,0 0,63-4,-63 4,70 0,-70 0,81 4,6-4,-87 0,92 1,-92-1,80-1,-9 1,-71 0,62-4,-8 2,-54 2,58 0,-58 0,0 0,63 0,2-4,-65 4,0 0,65-3,-65 3,0 0,0 0,65-1,3-1,-11-1,-13 0,-44 3,0 0,0 0,33 0,-33 0,25 0,1 0,-26 0,36-16</inkml:trace>
  <inkml:trace contextRef="#ctx0" brushRef="#br0" timeOffset="136562.91">12650 3352,'0'0,"-17"4,-1 4,-15 9,9 2,2 0,3 1,-2 5,-2 6,-4 5,-5 11,-2 6,0 4,1 4,0 6,-10 19,-1 8,-2 12,5-8,5-2,-3 4,5 3,-4 1,2 3,-1 1,4 8,-4 9,3 7,4-8,3-2,-2 1,4 2,3-1,3 3,-1 2,2 6,5 5,1 8,-2 2,1 2,1 5,-1 2,5-1,8-4,8-2,-7-2,6-3,-1-2,8 0,-1 2,-2 3,0-1,3-3,7-2,-3-4,0-1,6-5,6-7,5-2,3 2,-1-2,-4-7,-1-3,5 0,1-8,1-10,4-3,1-7,2-6,-2-12,2-7,-2-9,-44-53,48 42,-48-42,52 31,11-4,1-10,-3-12,-5-10,-3-9,-1-14,-2-11,2-8,-6-13,11-22,-7-22,-9-7,-4-3,-3-11,-1-13,-3-1,-1-3,-12 0,4-4,-5-4,1-4,-4-3,-1-2,-9-7,1 5,-3 0,6 5,1 3,-7 0,-2-4,-11 4,8-4,-3 2,1 2,0-3,-2 8,-5 0,-4 8,-4-1,9 3,-6 2,1 6,-4 6,-1-3,5 2,-2 1,0 4,-7-1,4 6,-3 11,-2 2,3 2,-6 5,3 7,-3 6,7 7,-2-4,-1 4,5 0,21 75,-26-85,-4 2,30 83,-34-83,3 3,31 80,-32-79,5 9,2 4,9 19,2 5,6-1,-3 3,6-1,1 3,-4 3,3 8</inkml:trace>
  <inkml:trace contextRef="#ctx0" brushRef="#br0" timeOffset="138542.1">15714 3330,'0'0,"0"0,0 0,-6 1,-7 6,-11 10,6-1,1 1,0 4,0 4,-5 5,0 8,-8 15,0 3,-2 7,5 9,-8 25,0 20,-4 5,7-4,4-7,4-8,1 4,2 2,-1-2,1-1,5 3,-1 6,2 9,5 6,-3 3,2 4,2 1,-3 10,1 2,-1 1,0 6,2-1,3 0,6 0,-7 1,3 1,-3 1,8 3,0 0,0-1,0-2,3-9,3-2,2-1,1-5,-6-1,6 2,0 1,9 0,1-8,1-12,1-2,-4-1,5-11,7-10,4-3,0-7,-3-4,-3-5,2 0,1-3,3-3,0-5,4-9,-37-61,31 50,6-5,-37-45,38 43,6-4,-1-10,-4-8,0-5,-39-16,0 0,42 2,3-9,1-13,-4-10,-42 30,39-45,-4-14,-1-16,6-14,-8-12,-4-5,-6 0,-3 3,-1-8,0-4,-3 1,-3 3,-4-12,7-11,-1-7,-5-4,-1 1,1-1,-2-2,-1-3,1 0,0 6,0 3,-6 7,-1 9,-1-3,1-9,0-4,-3-9,-3 10,1 4,-2 7,3-5,-5 0,-3 7,-1 11,-5 2,1 3,2-3,4 1,-3-1,6 6,-2 0,4 1,-4-4,1 0,1 2,-8 5,5 4,-6 4,4 8,-3 6,8-6,-1 2,-5 2,1 2,-3 5,-1 2,-1 3,18 72,-11-66,11 66,-15-65,-5-8,0 7,1 5,-2 8,4 6,-1 7,0 6,-3 7,0 10,3 9</inkml:trace>
  <inkml:trace contextRef="#ctx0" brushRef="#br0" timeOffset="142004.04">12298 5011,'0'0,"0"0,3-7,11-4,3-7,4-2,1-1,6 3,1-2,-29 20,41-19,-41 19,68-20,11-2,27-6,8 1,-7 0,-7 4,-7-2,2 0,3 0,2 0,8 2,4 1,6 4,9 6,-1 9,-6 4,-6 6,-8 7,0 5,-2 5,-1 5,-4 4,-4-5,-3 2,-8 1,-8 6,-10 1,1 6,-4-1,0 4,-3 1,-4 2,-16-12,-5 2,-2 4,-3-1,-30-43,0 0,18 57</inkml:trace>
  <inkml:trace contextRef="#ctx0" brushRef="#br0" timeOffset="142999.87">12873 5972,'0'0,"19"5,14 4,18 7,1 4,-3 0,5 3,4 2,5-3,2 11,4-2,13 10,4 7,3 4,-7 2,-6-2,-5-3,2 6,4 3,7-2,9 9,-4-1,-1 6,-2-1,-2 0,-4 3,2 4,-1 1,1 3,-2-2,-3 4,-3 0,-6 0,0 2,-5-1,5 0,2 0,-1-6,3-1,-8-3,-3 0,-14-10,5 4,2-3,-54-64,54 67,-54-67,50 72,-50-72,0 0,43 77,-16-1</inkml:trace>
  <inkml:trace contextRef="#ctx0" brushRef="#br0" timeOffset="143906.94">12302 8366,'0'0,"0"0,0 0,0-14,3-8,13-13,4 6,6-1,4-4,5-7,6-1,9-6,3-4,22-18,15-17,12-5,-2-6,4 3,-10 1,3 7,3-2,9 3,6-6,6 6,-1 2,0 6,1 6,4 5,0 4,-1 0,-11 8,1 4,2 3,-4 2,2 7,-3 4,-13 8,-1 0,1 6,-4 6,-18 13,-10 2,-12 6,-10-2,-9 1,-13 1,-22-6,14 12</inkml:trace>
  <inkml:trace contextRef="#ctx0" brushRef="#br0" timeOffset="144766.75">12511 9907,'0'0,"0"0,9-11,14-3,8-5,-2 5,4 2,0 0,-33 12,41-9,20 0,8 2,0 6,4-2,0 3,3-3,-76 3,109-3,-109 3,143-8,24-3,-11-3,-31 7,-16 0,-6-1,3-3,3-1,5 1,-3 0,-4 3,-1 0,6 1,-4 2,-1 5,-4 3,-2 0,0 3,-6-2,-11 3,-84-7,79 5,-79-5,79 22,3 15</inkml:trace>
  <inkml:trace contextRef="#ctx0" brushRef="#br0" timeOffset="161491">14022 2601,'0'0,"0"0,0 0,-6-6,-4-3,-4-5,6 5,-1-1,-2 5,0-2,-1 4,-1-2,-4 3,-1 2,2 0,-3 2,3 1,5-1,-3 4,3-2,0 4,-1 3,5 2,0 0,-1 3,5 2,0 3,-3 3,4 2,2-26,-3 30,3-30,0 0,0 36,0-36,5 49,-5-49,7 65,2 5,-1-8,-8-62,8 59,-8-59,0 0,7 61,-7-61,3 66,5-6,-8-60,0 0,4 63,-4-63,8 56,2-3,0-3,-4-9,4-8,-10-33,0 0,0 0,4 30</inkml:trace>
  <inkml:trace contextRef="#ctx0" brushRef="#br0" timeOffset="162022.77">13493 3196,'0'0,"0"0,0 0,0 0,0 0,3-5,8-4,0-4,3-1,-3 5,0 0,3-1,2 5,2 2,6 0,3-2,3 4,-30 1,39-3,-39 3,61-5,9 4,-2 1</inkml:trace>
  <inkml:trace contextRef="#ctx0" brushRef="#br0" timeOffset="180190.84">12263 4981,'0'0,"0"0,0 0,0 0,0 0,0 0,0 0,0 0,0 0,0 0,0 0,0 0,0 0,0 0,0 0,0 0,0 0,-5 10,0 6,2 4,4-9</inkml:trace>
  <inkml:trace contextRef="#ctx0" brushRef="#br0" timeOffset="180959.69">15708 5303,'0'0,"0"0,0 0</inkml:trace>
  <inkml:trace contextRef="#ctx0" brushRef="#br0" timeOffset="183979.12">12328 4337,'0'0,"-13"0,-6 0,-11 0,3 8,1 6,3 3,4 2,3-2,-6 7,22-24,-22 28,-7 11,29-39,-33 57,5 2,-1 1,29-60,0 0,-14 53,14-53,-7 53,16-14,3-16,2-10,-14-13,25 0,6-10,-31 10,34-20,13-13,-4-4,-4-3,-1 0,-7 2,-2-1,-3 3,-2-2,-5 5,-6 6,-2 5,-5 4,0 6,-2 7,-6 10,0 9,-4 8,5 4,2 2,-1-28,10 35,9-1,17 3</inkml:trace>
  <inkml:trace contextRef="#ctx0" brushRef="#br0" timeOffset="185041.37">12146 5743,'0'0,"0"0,0 14,0 14,0 14,0 6,0 5,0-53,0 67,0-67,4 80,1 15,-2-16,-3-18,0-61,0 0,0 0,5 39,-4-12,4-15,-1-12,5-5,-9 5,11-17,2-13,10-4,-23 34,34-43,-34 43,44-47,-44 47,55-40,-55 40,59-26,-2 15,-10 14,-47-3,33 8,-33-8,16 21,-14 8,-2-29,-11 37,-21 8,-17 0,-7-3,-5-7,61-35,0 0,-66 27,66-27,0 0,0 0,-64 23,64-23,-66 16</inkml:trace>
  <inkml:trace contextRef="#ctx0" brushRef="#br0" timeOffset="185596.77">12087 8124,'-8'15,"-1"12,-5 8,6 0,3 1,0 1,5 1,0-38,5 42,-5-42,9 50,-9-50,27 53,-27-53,38 50,-38-50,0 0,66 33</inkml:trace>
  <inkml:trace contextRef="#ctx0" brushRef="#br0" timeOffset="186553.11">12117 9583,'0'0,"0"0,-6 13,-1 15,-2 15,4-3,10 2,8-8,4 4,-17-38,14 45,-14-45,16 55,-16-55,14 59,0-3,1-2,-6-13,-1-9,-3-17,-5-6,-5-6,5-3,-9-4,9 4,-16-19,16 19,-22-27,22 27,-34-27,-7 6,41 21,-45 0,45 0,-42 25,7 24,13 8,22-57,-12 55,12-55,-2 53,2-53,0 0,13 47,17-13,10-18,7-13,1-16,0-15,3-13,0-18</inkml:trace>
  <inkml:trace contextRef="#ctx0" brushRef="#br0" timeOffset="187177.47">15912 4760,'0'0,"0"11,0 11,0 17,8 3,3 2,11-1,-2 3,-20-46,23 68</inkml:trace>
  <inkml:trace contextRef="#ctx0" brushRef="#br0" timeOffset="187742.99">15847 6018,'0'0,"4"-18,8-7,5 0,1 3,4 12,0 1,2 3,-1 9,-6 11,-2 11,-9 8,-6 11,-8 15,-11 2,-3-1,22-60,-27 60,27-60,0 0,-28 59,28-59,0 0,0 0,-21 56,21-56,0 49,22-21,12-16,-34-12,45 0,15-4,0-4</inkml:trace>
  <inkml:trace contextRef="#ctx0" brushRef="#br0" timeOffset="188521.14">16130 7906,'0'0,"0"-7,0-7,0-4,1 0,12 5,8 8,1 2,-3 6,0 6,-6 8,-4 11,-8 6,-7 6,-6 20,-12 1,-6 5,30-66,-33 63,33-63,0 0,0 0,-29 57,29-57,-5 43,5-43,0 0,16 30,-16-30,0 0,27 19,2 6,-2 14,-27-39,12 50,-20 4,-11 10,-13-3,-6 0,-7-1,-4-6,-2-2</inkml:trace>
  <inkml:trace contextRef="#ctx0" brushRef="#br0" timeOffset="189122.21">16225 9524,'0'0,"0"0,0 0,-7 9,-8 9,-7 14,-2 6,-6 15,-2 5,-6 9,0 12,0-5,11-13,15-30,1-12,9-7,1-4,4-5,6 0,-9-3,18-3,-18 3,30-4,14 0,-44 4,61-9,-61 9,72-3,1-5,-73 8,70-6</inkml:trace>
  <inkml:trace contextRef="#ctx0" brushRef="#br0" timeOffset="189354.51">16130 9890,'0'0,"0"0,0 0,0 0,0 18,0 29,6 30,13 24,4 13,3 0,-12-8</inkml:trace>
  <inkml:trace contextRef="#ctx0" brushRef="#br0" timeOffset="196477.56">14498 10975,'0'0,"0"0,-6-7,-3-6,-4-12,-3-3,5 9,1 4,0 2,-2-3,-3 2,-1-3,-3 3,-1 2,20 12,0 0,-25-16,25 16,0 0,-33-11,33 11,-45-9,45 9,-57 4,57-4,-56 16,56-16,-51 28,12 17,6 5,4 1,14 1,0-2,6 2,9-52,-3 62,0 4,3-66,0 82,3 24,-2 16,-2-8,1-114,-7 101,6-9,1-92,-2 81,2-81,-1 70,-3-18,4-52,0 0,0 0,-1 43,1-43,-11 37</inkml:trace>
  <inkml:trace contextRef="#ctx0" brushRef="#br0" timeOffset="196799.81">13795 11568,'0'0,"0"0,11-3,14-2,10-7,6 0,0 2,2-1,-43 11,52-13,-52 13,58-13,10 0</inkml:trace>
  <inkml:trace contextRef="#ctx0" brushRef="#br0" timeOffset="197264.87">14577 10555,'0'0,"0"0,0 0,0 0,0 0,0 0,13 0,4 0,12-4,-2 2,3-4,5 3</inkml:trace>
  <inkml:trace contextRef="#ctx0" brushRef="#br0" timeOffset="197556.94">14951 10319,'0'0,"0"0,0 0,0 0,0 0,0 0,0 12,0 10,0 15,0 8,0 2,0-47,0 64,0-64,-8 78,8-78,-13 101</inkml:trace>
  <inkml:trace contextRef="#ctx0" brushRef="#br0" timeOffset="-186472.11">18320 4690,'0'0,"0"0,0 0,-7-8,-5 0,-7-6,-2 6,-2-1,1 6,-7 0,-1 3,1-2,-7 2,5 0,31 0,0 0,-42 0,42 0,-53 2,53-2,-59 5,4 2,4-1,8 1,12-6,31-1,0 0,0 0,-21 6,21-6,0 0,-15 7,3 7,6-1,3 5,6 2,-1 1,-1 5,4 2,-5-28,6 39,-6-39,10 55,-10-55,14 62,-14-62,0 0,17 66,-17-66,21 65,-1-4,-20-61,0 0,27 56,-27-56,35 45,-35-45,46 41,-46-41,59 30,-59-30,72 18,4-10</inkml:trace>
  <inkml:trace contextRef="#ctx0" brushRef="#br0" timeOffset="-186046.84">18979 4671,'0'0,"0"0,0 0,0 0,0 0,0 0,0 0,0 11,0 14,0 14,0 2,0 2,0 4,0-47,0 57,0-57,5 68,2 8,0 7,3-17,-6-23</inkml:trace>
  <inkml:trace contextRef="#ctx0" brushRef="#br0" timeOffset="-185669.5">19653 5013,'0'0,"0"0,8-11,12-3,9-2,-3 4,4 2,4 1,-1 2,-33 7,40-7,-40 7,55-2,-55 2,68 0,3 2,-2 1,-4-3</inkml:trace>
  <inkml:trace contextRef="#ctx0" brushRef="#br0" timeOffset="-185108.92">20992 4693,'0'0,"0"-6,8-5,6-10,6 6,6 4,-1 3,3-1,6 2,-34 7,33-6,-33 6,0 0,36-6,-36 6,0 0,0 0,38 0,-38 0,0 0,0 0,46 10,-46-10,0 0,32 23,-32-23,20 31,-20-31,14 46,-14-46,10 59,-10-59,3 70,-6 3,-3-6,-4-1,10-66,-9 62,9-62,-13 64,13-64,0 0,0 0,-20 76</inkml:trace>
  <inkml:trace contextRef="#ctx0" brushRef="#br0" timeOffset="-184838.22">21215 4991,'0'0,"0"0,0 0,1-7,14-2,15-6,6 2,-3 2,0 6,-33 5,40-4,15-2,2-5</inkml:trace>
  <inkml:trace contextRef="#ctx0" brushRef="#br0" timeOffset="-184216.53">22468 4768,'0'0,"0"0,0 0,2-6,12-6,10-3,4 1,2 6,-3 2,3 2,0 0,-4 4,-26 0,0 0,28 3,-28-3,0 0,0 0,35 5,-35-5,0 0,0 0,36 14,-36-14,0 0,35 26,-35-26,25 44,-25-44,18 59,-6 4,-4 3,-3 0,-5-66,3 66,-3-66,0 67,0-67,-3 71,-5 0,-3-13,3-8,-5-8,13-42,-13 33,3-10,-4-6,-1-6,7-8</inkml:trace>
  <inkml:trace contextRef="#ctx0" brushRef="#br0" timeOffset="-106633.97">14289 2764,'0'0,"0"0,-6 0,-6 8,-4 1,-1-1,5 4,6 0,-2 1,2 2,-2 6,-7 4,0 7,15-32,-19 41,-5 13,24-54,-25 67,-2-7,27-60,0 0,-20 68,20-68,-17 66,8 0,9-7,13-10,0-3,-13-46,23 41,-23-41,33 36,-33-36,47 27,-47-27,55 20,2-8,-9-15</inkml:trace>
  <inkml:trace contextRef="#ctx0" brushRef="#br0" timeOffset="-106166.78">14791 2813,'0'0,"0"0,0 0,0 0,0 0,0 0,0 0,1 9,9 14,1 6,-1 3,0-1,1-4,-2 0,0-2,-9-25,11 28,-11-28,0 0,14 37,-14-37,22 54,2-2,-2-7,-22-45,14 29</inkml:trace>
  <inkml:trace contextRef="#ctx0" brushRef="#br0" timeOffset="-105633.16">15236 2748,'0'0,"0"0,0 0,0 0,0 0,0 0,-9 11,0 6,-9 5,-2 0,2-5,-1 3,0 4,-1-2,20-22,-23 28,23-28,0 0,-28 31,28-31,0 0,0 0,-36 44,36-44,0 0,0 0,-27 38,27-38,0 0,-8 28,8-28,11 19,-11-19,0 0,30 16,-30-16,0 0,43 15,-43-15,62 15,-62-15,0 0,85 4</inkml:trace>
  <inkml:trace contextRef="#ctx0" brushRef="#br0" timeOffset="-105233.46">15516 2601,'0'0,"0"-13,0 13,0-16,5-4,2 4,1 5,6 3,-2 5,7 6,-3 5,0 5,3 8,-2 6,2 4,-1 3,1 13,-19-47,9 53,-9-53,3 66,-11 16,-17 29,-18 17,-22 6</inkml:trace>
  <inkml:trace contextRef="#ctx0" brushRef="#br0" timeOffset="-92428.18">14908 2801,'0'0,"0"0,0 0,1 2,16 12,0 1,1 4,-2-6,2 1,7 6,-4-4,-21-16,30 23,-30-23,33 25,-33-25,50 32,-50-32,56 30</inkml:trace>
  <inkml:trace contextRef="#ctx0" brushRef="#br0" timeOffset="-92050.02">15214 2675,'0'0,"0"0,0 0,0 0,0 0,-18 12,-8 15,-16 10,2 7,-1 0,3 6,2 6,2-2,3 4,-2 4,2 1,0 1,2 6,3-5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3T07:58:47.863"/>
    </inkml:context>
    <inkml:brush xml:id="br0">
      <inkml:brushProperty name="width" value="0.05292" units="cm"/>
      <inkml:brushProperty name="height" value="0.05292" units="cm"/>
      <inkml:brushProperty name="color" value="#FF0000"/>
    </inkml:brush>
  </inkml:definitions>
  <inkml:trace contextRef="#ctx0" brushRef="#br0">18151 5841,'0'0,"0"0,0 0,-3 11,-1 14,1 9,-2-3,5 2,-1 3,1 2,0-38,0 51,0-51,0 62,0 9,4 2,-4-73,4 70,-4-70,5 84,-5-84,1 103,-1 4,0-107,-5 102,-3-13,8-89,-9 79</inkml:trace>
  <inkml:trace contextRef="#ctx0" brushRef="#br0" timeOffset="726.98">18720 5891,'0'0,"0"0,0 0,0 0,0 0,0 0,-14 2,-10 8,-12 9,2 4,4 7,-3 4,0-1,-4 6,-2 2,-4 2,2-6,1-4,40-33,-39 35,39-35,0 0,-39 32,-3 2,9-4,11-8,9-8,4-4,9-10,0 0,0 0,3 6,-3-6,17 8,-17-8,29 9,-29-9,38 11,-38-11,55 17,-55-17,59 22,-59-22,63 28,-63-28,63 33,-1 0,-5 4,-11-3,-4-1,-42-33,45 31,-45-31,0 0,47 25,9-19</inkml:trace>
  <inkml:trace contextRef="#ctx0" brushRef="#br0" timeOffset="1099.83">19363 6172,'0'0,"0"0,0 0,0 0,11-5,18 3,14-4,5-3,1 4,-49 5,58-5,-58 5,60-2,-60 2,69 2,-69-2,0 0,0 0,56 13,-25 7</inkml:trace>
  <inkml:trace contextRef="#ctx0" brushRef="#br0" timeOffset="1322.77">19537 6516,'0'0,"0"0,0 0,18-5,13 1,24-4,5 0,9 2,4-2,-3-9,-16-16</inkml:trace>
  <inkml:trace contextRef="#ctx0" brushRef="#br0" timeOffset="7641.25">20840 6006,'0'0,"-12"12,-3 1,-9 9,4-3,1 4,-2-1,-1 3,22-25,-19 28,19-28,-27 32,27-32,-38 44,1 2,0-5,7-6,8-3,1-6,7-9,5-3,1-3,0-2,3-1,2-2,2-4,2 4,2-5,3-1,5 0,-1 0,-10 0,0 0,19 0,-19 0,27-4,-27 4,0 0,41-5,-41 5,60-5,-60 5,71-3,-71 3,74-7,-74 7,100-10,-100 10,0 0,119-14,-7 5,-25 1,-24 2,-24 4,-9-2,-12-1,-4 3,-3-4,-4 0,-1 6</inkml:trace>
  <inkml:trace contextRef="#ctx0" brushRef="#br0" timeOffset="8207.02">20880 6018,'0'0,"0"0,0 0,0 0,0 0,0 0,0 0,0 2,0 14,0 9,0 6,0 5,3 3,2 3,-4-1,-1-41,5 52,-5-52,7 64,0 5,-2-8,-5-61,1 65,-1 3,0 3,4-5,-3-5,2-2,1-5</inkml:trace>
  <inkml:trace contextRef="#ctx0" brushRef="#br0" timeOffset="15674.73">23868 6086,'0'0,"0"0,0 0,0 0,-7-8,-3 0,-3-6,3 0,5 3,-1-5,3 3,-2 1,1 3,-5 3,6-1,-1 0,1-1,-2 5,0-5,4 2,-1-2,-3 0,3 0,-1 2,3 2,-4 2,4-1,-2 1,2 0,0 4,2 3,-2-2,4 5,-1-1,-3 0,2 4,-2 0,0 3,2 2,1 2,-1 2,-1 3,-1 0,3 2,-1 1,1 2,-1-1,-1 1,-1 0,2 5,-2 1,0-34,0 36,0-36,0 42,0-42,0 0,4 61,-4 3,0-5,0-59,0 0,2 54,-2-54,0 0,5 57,-5-57,0 0,5 57,-1-7,4-9,-2-14,-6-27,-6 9</inkml:trace>
  <inkml:trace contextRef="#ctx0" brushRef="#br0" timeOffset="16174.59">23868 5990,'0'0,"0"0,0 0,-7 0,-3 0,-3-4,0 2,-3-4,3 3,4 3,-2 0,1 3,-3 9,-2 4,1 0,3 4,1-1,-2 1,1 2,-2 1,13-23,0 0,0 0,-19 33</inkml:trace>
  <inkml:trace contextRef="#ctx0" brushRef="#br0" timeOffset="16656.93">23561 6900,'0'0,"0"0,0 0,0 0,0 0,0 0,10-5,10 2,12-3,1 1,2 0,-2-4,-1 3,1-2,-33 8,0 0,47-3,-47 3,0 0,57-3,-57 3,67-2,-7 2,-8 2,-10 1,-10-1</inkml:trace>
  <inkml:trace contextRef="#ctx0" brushRef="#br0" timeOffset="24413.62">21638 6140,'0'0,"0"0,0 0,0 0,3-6,7-6,7-7,-4 4,4 5,-4 2,2 0,3 2,4-1,-4 3,7-3,2 5,-5 0,2-1,-24 3,0 0,0 0,22 5,-22-5,0 0,0 0,24 11,-24-11,0 0,19 23,-10 10,-6 2,-6-3,-2-3,-7-2,1-1,1 0,-4-2,5-3,0-2,2-4,1-4,6-11,0 0,0 0,3 11,-3-11,0 0,0 0,14 7,-14-7,0 0,28 9,-28-9,0 0,35 9,3 3,5 5,-6-1,-10-3,-27-13,0 0,21 15,-21-15,0 0,0 0,22 25,-22-25,0 0,0 0,15 34,-15-34,0 0,10 43,-8 5,-2-48,0 0,-11 43,11-43,0 0,-17 33,17-33,0 0,-37 33,37-33,0 0,-50 23,50-23,-57 18,57-18,-65 13,-3-6,6-2</inkml:trace>
  <inkml:trace contextRef="#ctx0" brushRef="#br0" timeOffset="28702.08">22665 6221,'0'0,"0"0,0 0,0-6,0-9,0-4,0-1,0 1,4 3,6-1,2 0,1 3,1 1,2 4,0-2,-3 0,5 2,-1 2,1 0,-2 2,2 1,-4 5,3 5,2 3,-5 4,5 3,-3-1,-3 9,-4-4,-1 5,-4 0,-4 2,-5 2,-2 1,-7-1,-2 2,-2 3,-5 6,23-40,-27 40,27-40,-28 46,-4 3,32-49,-35 49,35-49,0 0,0 0,-30 50,3-4,5-7,10-7,4-14,6-2,4-2,6-8,4-1,12-5,1-2,5-1,5-3,6 1,-41 5,52-4,-52 4,68-10</inkml:trace>
  <inkml:trace contextRef="#ctx0" brushRef="#br0" timeOffset="46808.95">13313 1081,'0'0,"0"0,0 0,1 1,11 14,3 5,4-2,-2-2,2-3,2 4,3 0,-24-17,34 24,10 6,5 5,-4-1,-5 2,-40-36,39 43,-39-43,39 55,-2 2,-6-3,-7-10,0-6</inkml:trace>
  <inkml:trace contextRef="#ctx0" brushRef="#br0" timeOffset="47215.65">13833 1086,'0'0,"-8"4,8-4,-16 8,-5 11,-6-1,7 3,5-1,-3 5,0 0,1 5,-7 3,-4 10,-5 3,-1 2,-1-1,-3 2,4 6,34-55,-38 57,0 7</inkml:trace>
  <inkml:trace contextRef="#ctx0" brushRef="#br0" timeOffset="47540.67">14405 1246,'0'0,"0"0,0 0,9-7,13-1,16-7,4 2,-3 5,-1-5,-38 13,49-4,-49 4,60 0,-60 0,73 4,-4 6</inkml:trace>
  <inkml:trace contextRef="#ctx0" brushRef="#br0" timeOffset="47754.48">14775 1507,'0'0,"0"0,0 0,0 0,9 0,20 0,15-5,7 3,9-2,-60 4,85-12</inkml:trace>
  <inkml:trace contextRef="#ctx0" brushRef="#br0" timeOffset="48162.61">15997 986,'0'0,"0"0,0 0,0 11,0 14,0 15,0 4,0 3,0-2,0-45,0 53,3 3,-3-56,11 62,1-4,1-1,0-14,-13-43,0 0,17 48</inkml:trace>
  <inkml:trace contextRef="#ctx0" brushRef="#br0" timeOffset="48610.01">16595 1109,'0'0,"4"-17,9-2,11-1,3 8,-2 2,2 2,0 5,-3 3,-1 6,-2 9,-4 3,-3 5,-7 5,-2 4,-9 4,3 0,-6 1,7-37,-9 40,9-40,-24 50,24-50,0 0,0 0,-20 53,20-53,0 0,0 0,-7 47,7-47,15 34,16-13,18-12,10-4,4-5,2-10</inkml:trace>
  <inkml:trace contextRef="#ctx0" brushRef="#br0" timeOffset="49117.51">17633 1103,'0'0,"7"-13,2-5,10-6,8 7,5 3,7 3,-39 11,62-11,-62 11,0 0,62-3,-62 3,53 14,-53-14,35 25,-35-25,11 36,-11-36,0 0,4 34,-4-34,10 39,-10-39,0 0,20 52,-20-52,14 54,-14-54,3 56,-20 2,17-58,-32 50,32-50,-43 42,43-42,0 0,0 0,-42 30,19-12</inkml:trace>
  <inkml:trace contextRef="#ctx0" brushRef="#br0" timeOffset="49590.44">18898 963,'0'0,"0"0,0 0,-10 0,-10 9,-8 10,4-1,4 4,0-2,2 1,-6 4,6-5,18-20,0 0,0 0,-22 20,22-20,0 0,0 0,-12 16,-1 0,12-4,10-4,8-1,10-2,10 0,4-4,14-1,7 0,-62 0,66 3,-66-3,0 0,68 0,-68 0,71 2</inkml:trace>
  <inkml:trace contextRef="#ctx0" brushRef="#br0" timeOffset="49900.5">18831 1053,'0'0,"0"0,0 0,0 0,0 0,0 0,0 0,0 14,0 14,4 19,1 0,0 8,-5-55,12 62,-12-62,22 60,12 1,-1-6,0-10,-3-12,-3-7,-3-14,-7-8</inkml:trace>
  <inkml:trace contextRef="#ctx0" brushRef="#br0" timeOffset="50441.25">19973 1009,'0'0,"13"-18,8-3,10-4,9 0,1 3,-41 22,47-14,-47 14,0 0,0 0,40-14,-10 7,-23 6,-16 1,-14 1,-10 3,-7 3,-1 5,-2 4,7 4,7 3,6-5,3 5,2 3,5-2,1 2,10 2,5 1,14 0,8 4,14 5,5 0,5-1,-49-37,49 38,-10 1,-7-5,-10-3,-8-3,-10-6,-6 2,-14-4,-12 2,-21 1,-35 4,-46 10,-48 5,-30-1</inkml:trace>
  <inkml:trace contextRef="#ctx0" brushRef="#br0" timeOffset="53049.75">16432 2360,'0'0,"0"0,0 0,0 0,0 0,0 0,0 9,0 11,0 12,0 6,0 5,0 7,0-50,0 61,0-61,8 80,1 20,8-11,-17-89,21 85,0-14,-21-71,20 89</inkml:trace>
  <inkml:trace contextRef="#ctx0" brushRef="#br0" timeOffset="53607.31">17300 2522,'0'0,"0"0,0 0,13 3,9 13,8 7,-7 11,-7-1,-2 0,-7 1,-7-7,-7 4,-7 0,-6 5,-12 11,-6-5,2 3,3-3,6-6,11-5,13-9,10 0,10-10,11 1,8-7,12-3,-48-3,68 2,9-4,21-5,3-8</inkml:trace>
  <inkml:trace contextRef="#ctx0" brushRef="#br0" timeOffset="54126.14">18411 2601,'0'0,"16"-15,10-1,12-6,6 4,-1 1,-5 9,-4 3,-11 5,-8 6,-4 2,-9 8,-2-1,-7 3,1 2,1 6,5-4,0-22,11 20,-11-20,26 26,-26-26,0 0,0 0,31 32,-31-32,29 47,-29-47,5 51,-18-1,-13-6,26-44,-33 40,33-40,0 0,0 0,-33 40,9-7</inkml:trace>
  <inkml:trace contextRef="#ctx0" brushRef="#br0" timeOffset="54660.11">19853 2488,'0'0,"0"0,3-7,4 1,3-3,-6 3,1 5,-10 1,4 4,-2-1,-14 12,-9 10,-11 10,-4-1,41-34,-38 38,38-38,-39 43,39-43,0 0,0 0,-43 42,43-42,0 0,0 0,-22 39,22-39,-3 33,25-16,20-6,23-2,7-3,5-6,23 0,-100 0,115 4,-11 2,-20 3,-25-9</inkml:trace>
  <inkml:trace contextRef="#ctx0" brushRef="#br0" timeOffset="54969.52">19913 2638,'0'0,"0"0,2 15,9 19,0 18,2 7,-8 3,-5-62,1 75,6 17,-6-6,-2-14,-7-21</inkml:trace>
  <inkml:trace contextRef="#ctx0" brushRef="#br0" timeOffset="55787.7">16405 3739,'0'0,"0"0,0 0,1 0,14 0,12-4,8 1,-4 0,12-2,-4 5,3-3,-42 3,50 0,-50 0,0 0,0 0,57-4,9-10</inkml:trace>
  <inkml:trace contextRef="#ctx0" brushRef="#br0" timeOffset="56585.2">16378 3821,'0'0,"0"0,0 0,0 0,0 11,0 12,0 9,0-6,0-2,0-1,0-7,0 1,0 0,3-1,4-4,-6 0,1-6,-2 0,0-5,0-2,2-1,-2-3,3-4,-2 4,7-4,-2-1,2 0,5-2,4-1,5-2,4 0,-1 1,5 3,0 0,-30 11,0 0,35-9,-35 9,38-5,-38 5,0 0,49 6,-49-6,47 16,-4 5,-5 5,-13-2,-6-2,-6 2,-4-2,-7 3,3 0,-12 0,-2 0,-4-3,-10 4,2-5,-9 5,-8-2,-2 0,2-5,-4-4,4-1,38-14,-43 8,-7-6,-6-10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3T08:12:53.128"/>
    </inkml:context>
    <inkml:brush xml:id="br0">
      <inkml:brushProperty name="width" value="0.05292" units="cm"/>
      <inkml:brushProperty name="height" value="0.05292" units="cm"/>
      <inkml:brushProperty name="color" value="#FF0000"/>
    </inkml:brush>
  </inkml:definitions>
  <inkml:trace contextRef="#ctx0" brushRef="#br0">21801 3137,'0'0,"0"0,0 0,0 0,0 0,0 0,3 1,7 7,2 7,1 1,0 3,-5 4,1 2,-2 3,-7-28,6 47,-5 20,-1 11,-4 27,-4 18,2-2,1-12,1-21,4-88,0 0,0 74,0-74,0 0,10 57</inkml:trace>
  <inkml:trace contextRef="#ctx0" brushRef="#br0" timeOffset="655.25">22824 3313,'0'0,"0"0,0 0,-6 9,-1 19,-2 11,5 11,0 6,4-56,5 69,4 9,4 15,7-10,-20-83,27 69,-27-69,0 0,38 48,-38-48,45 27,10-18,4-18,-59 9,56-24,0-12,-4-9,-5-5,-5-1,-7-4,-12 3,-3-2,-8 2,-12 52,-2-55,2 55,-22-52,22 52,-35-50,-12 7,-1 9,2 11,7 8,4 5,8 8,7 2,2 4,2 4,2 3,3 1,6 0</inkml:trace>
  <inkml:trace contextRef="#ctx0" brushRef="#br0" timeOffset="1072.83">24001 3127,'0'0,"0"0,0 0,0 0,0 14,0 17,0 18,0-1,0 4,0-52,0 65,0 12,-5 23,0-10,2-4,1-4,2-82,2 84,1-2,-3-82,10 76,-10-76,0 0,23 67</inkml:trace>
  <inkml:trace contextRef="#ctx0" brushRef="#br0" timeOffset="1634.6">24691 3406,'0'0,"0"0,0 0,-13 3,-10 10,-2 4,6 7,6 1,4 6,1 9,6 10,2-50,8 53,8 2,8-1,-24-54,34 47,9-8,6-8,0-9,0-11,-4-11,0-8,-5-6,-2-6,-8-8,-30 28,33-38,-33 38,27-49,-27 49,19-61,-13-7,-10 5,-15 5,-4 11,-13 8,-2 13,-1 4,0 5,-1 6,11 2,7 7,3 4,8 1,4 3,7 1,7-2,2 3</inkml:trace>
  <inkml:trace contextRef="#ctx0" brushRef="#br0" timeOffset="2022.54">25643 3146,'0'0,"0"0,0 0,0 0,0 0,0 0,0 0,0 13,5 15,0 15,-4 2,1 7,-2-52,3 62,-3-62,0 83,0 23,4-10,-4-96,4 86,5-16,-9-70,4 61,-4-61,0 0,0 0,4 55,-4-1</inkml:trace>
  <inkml:trace contextRef="#ctx0" brushRef="#br0" timeOffset="2637.13">26157 3428,'0'0,"0"0,-11 3,-11 9,-5 4,11 2,7 4,1 1,2 4,4 5,2 4,5 3,-5-39,17 54,11 0,-28-54,40 54,6-6,6-7,-5-11,-4-10,-1-9,-3-7,-3-4,-9-6,3-3,-3-7,-3-4,1-8,-1-3,1-13,-4-6,-21 50,14-54,-12-9,-12 0,-9 3,-8 7,-8 5,-3 7,-7 7,-6 9,-14 9,-1 14,-5 15,-5 17,-24 23,-9 17</inkml:trace>
  <inkml:trace contextRef="#ctx0" brushRef="#br0" timeOffset="6045.03">27392 3219,'0'0,"0"0,0 0,0 0,0 8,6 11,-1 10,3 2,-3 1,6 5,-5-1,-6-36,2 52,-2-52,-2 68,0 18,-5 15,-4-9,-4-6,0-6,2-1</inkml:trace>
  <inkml:trace contextRef="#ctx0" brushRef="#br0" timeOffset="18210.2">28296 2810,'0'0,"0"0,0 0,0-7,0-1,0-2,0 8,0 4,0 0,0 0,0-2,-6 14,4 14,-2 11,-1-2,5 4,0-2,5-1,-5-38,9 47,-9-47,13 58,-5 6,1 11,-9-75,5 94,-2 7,-3-101,7 108,2-11,-9-97,14 95,-14-95,8 91,-8-91,10 97,-6 7,-4-104,0 103,0-103,-1 93,-7-14,-3-20</inkml:trace>
  <inkml:trace contextRef="#ctx0" brushRef="#br0" timeOffset="19814.52">28485 2903,'0'0,"0"0,0 0,0 0,-4-5,1-8,-2-5,1-1,4 2,-2 3,2 3,0 3,0 3,0-1,0 4,2 2,12 2,8-2,11 0,-4 0,1-2,-5 2,9 0,-34 0,40 0,-40 0,59-2,7 0,6 2,-72 0,69-3,9 1,-78 2,101-4,11 2,-112 2,109-6,-17 2,-92 4,87-1,-13-5,-22 1,-52 5,0 0,0 0,46 0,-46 0,0 0,0 0,41-3,-41 3,0 0,37 3,-4 2,-9 5,-24-10,0 0,9 13,-9-13,0 0,9 22,-9-22,2 37,-2-37,0 0,0 47,0-47,-2 69,2 1,-3-3,3-5,0-5,0-57,-1 56,1-56,0 64,-5 2,4 0,1-66,-2 66,-1 1,3-67,0 70,0-70,-2 75,2-75,0 0,0 100,-1 6,1-106,0 0,0 98,0-98,0 75,1-19,-1-22,2-10,-2-24,0 0,0 0,-2 16,2-16,0 0,-1 15,-6 0,-4 1,-3-3,14-13,0 0,-18 9,-7 3,-8-2,33-10,-35 9,35-9,-44 7,-13 3,57-10,-63 7,-2 3,0-3,2-3,63-4,-65 6,65-6,-67 6,-2-2,3 1,4-2,5 2,6-3,-1 1,5-1,47-2,-51 0,51 0,0 0,-55 3,55-3,0 0,0 0,-62-3,62 3,0 0,0 0,-63-5,10-4,14-7</inkml:trace>
  <inkml:trace contextRef="#ctx0" brushRef="#br0" timeOffset="20639.78">28873 1942,'0'0,"-7"14,4 11,1 11,-3-5,5 3,-3-2,3 0,3-2,0 0,-3-30,5 33,-5-33,11 43,-11-43,8 57,3 4,-3 5,-8-66,11 64,-11-64,5 63,-10-11,0-8,-4-8,4-16</inkml:trace>
  <inkml:trace contextRef="#ctx0" brushRef="#br0" timeOffset="21223.23">28834 1960,'0'0,"0"0,2-7,10-7,3-5,2-3,-3 7,0-1,-1 2,1-1,5 0,3 1,-22 14,30-14,-30 14,40-7,-40 7,57-2,-57 2,58 9,-58-9,0 0,55 22,-55-22,0 0,0 0,50 39,-50-39,33 50,-33-50,20 56,-20-56,10 55,-10-55,0 0,-5 54,5-54,-16 52,16-52,-30 46,-14-8,44-38,-57 30,-6-12</inkml:trace>
  <inkml:trace contextRef="#ctx0" brushRef="#br0" timeOffset="36243.06">29123 3336,'0'0,"0"0,0 0,-7-6,-6-2,-6-3,0 2,5 1,4 0,2-1,2 3,-2 4,-3 2,1 2,-7 2,-2 3,3 5,-4-1,2 5,-2-1,-2 4,22-19,-18 20,18-20,-27 27,27-27,0 0,-22 36,22-36,-30 51,7 5,0-5,6-5,4-6,7-1,5-4,1-35,1 26,-1-26,11 31,-11-31,0 0,13 38,-13-38,22 45,-22-45,0 0,33 45,-33-45,0 0,38 41,-38-41,0 0,46 34,-46-34,0 0,51 20,-51-20,60 10,-60-10,53 0,-4-10,-9-4,-4-3,-9-1,-27 18,0 0,20-24,-20 24,18-28,-18 28,0 0,14-44,-3-10,-6-1,-3 8,-1 4,-2 2,-1 4,-1 8,-3 3,-1-2,-2 2,-2-1,-1 1,3 1,-2-2,1 4,0-2,-3 4,-4 1,-1 4,-4 3,-5 3,-8 4</inkml:trace>
  <inkml:trace contextRef="#ctx0" brushRef="#br0" timeOffset="40236.58">30668 3588,'0'0,"0"0,0 0,0 0,0 0,8 0,17 4,7 0,-4-1,4-3,-2-3,2-4,1 0,0 1,-33 6,38-12,-38 12,44-15,-44 15,0 0,46-23,-46 23,40-27,-1-5,-9 1,-9 4,-9 2,-7 5,-5 1,-5-1,-1 1,6 19,-12-20,12 20,0 0,-20-17,20 17,-31-19,31 19,-46-9,-11 9,6 5,3 10,9 1,8 3,7 4,4 1,5 4,-2-3,4 7,1-1,4-2,2 2,4 2,0-4,2 2,4-1,2-3,2-1,6-3,6-2,1-3,-21-18,32 14,10-5,18-2,2-7,-2-7,-60 7,65-14,6-6</inkml:trace>
  <inkml:trace contextRef="#ctx0" brushRef="#br0" timeOffset="41187.64">31568 3277,'0'0,"0"0,0 0,0 0,0 0,-7 9,6 11,-4 10,1-3,4 3,7-4,3 4,-1-1,2 6,-11-35,10 42,-10-42,14 46,-14-46,0 0,21 50,-21-50,0 0,0 0,23 45,-23-45,0 0,0 0,24 33,-24-33,0 0,22 10,-22-10,19-9,-19 9,19-20,-19 20,19-32,-19 32,24-36,-24 36,30-47,-30 47,36-50,-36 50,38-49,-38 49,41-47,-41 47,0 0,40-44,-40 44,0 0,0 0,33-44,-33 44,19-39,-21 13,-15 15,-5 6,0 5,1 5,2 4,3 2,8 3,-1 3,1 6,8-23,0 27,0-27,5 33,-5-33,19 42,7 10,5-6,-31-46,33 37,-33-37,38 32,-38-32,49 25,2-14,1-8,-6-8</inkml:trace>
  <inkml:trace contextRef="#ctx0" brushRef="#br0" timeOffset="41929.68">32349 3259,'0'0,"0"0,0 0,0 12,0 11,0 10,0 1,0 5,6 4,-1-2,3-3,-8-38,0 0,6 37,-6-37,0 0,0 0,7 47,-7-47,0 0,0 0,6 43,-6-43,0 0,0 22,0-22,-2 0,2-11,2-7,1-5,2 0,1-1,4-2,2 2,-1-2,2 5,1 1,2-1,1 6,4 2,2 3,0 3,-23 7,28 4,-28-4,30 13,-30-13,29 28,4 16,-6 4,-7-2,-5-1,-15-45,9 50,-9-50,6 51,-12 10,-8-3,-3-2</inkml:trace>
  <inkml:trace contextRef="#ctx0" brushRef="#br0" timeOffset="42855.48">31089 5109,'0'0,"-13"19,13-19,-13 28,-4 8,3 3,-2 1,8 0,8-40,0 38,0-38,3 41,-3-41,16 41,-16-41,0 0,22 40,-22-40,0 0,32 39,-32-39,0 0,0 0,38 28,-38-28,0 0,41 11,-41-11,0 0,33-14,-11-11,-6-7,-8-1,-5-1,-3-1,-1 1,-4 3,-5 1,1 2,-5 3,1 6,-9 2,3 6,-2 1,1 6,1-1</inkml:trace>
  <inkml:trace contextRef="#ctx0" brushRef="#br0" timeOffset="43641.28">31988 4830,'0'0,"0"0,-9 0,-2 7,-4 3,-5 5,13 3,0 2,5 5,-2 2,2 5,2-32,-3 43,3-43,0 64,0 7,3 4,-3-75,5 91,-5-91,3 93,4-7,-2-19,-3-34,-2-15,0-5,0-6,-5-2,5-5,0 0,-5-1,5 1,-10-14,-2-10,0-5,2 1,-3 1,-7 3,-2-1,-5 4,-8 5,35 16,-39-10,39 10,0 0,0 0,-54-7,54 7,-51 2,7 9,16 6,15 3,6-3,9 2,8-3,-10-16,22 12,16-1,-38-11,60 5,-60-5,82-5</inkml:trace>
  <inkml:trace contextRef="#ctx0" brushRef="#br0" timeOffset="44327.36">32480 4843,'0'0,"0"0,-3 3,0 11,-2 8,0 3,5 2,-1 2,1 4,1 0,3 4,-4-37,6 43,3 7,-9-50,8 62,2 4,-3-4,-7-62,0 0,0 0,5 58,-5-58,0 0,0 0,5 43,-5-43,-3 28,-5-18,-5-10,-1-3,-3-3,-5 1,1-4,-3-2,2 3,3-1,-5 3,1 3,23 3,-29 4,-7 10,-4 11,4 3,7-1,11 0,6-6,8-7,10-2,7-9,-13-3,23-4,-23 4,37-13,3-2,8-6,-13 0,-10 7,-13-1</inkml:trace>
  <inkml:trace contextRef="#ctx0" brushRef="#br0" timeOffset="45197.65">28431 4871,'0'0,"0"11,0 7,0 9,3 3,2 4,-1 4,-1 8,-3-46,5 61,3 14,0 20,-2-5,4-8,0-6,2-1,-4 3,-8-78,6 81,-4 8,-2-89,5 95,-5-95,3 95,-3-95,0 0,3 100,0 3</inkml:trace>
  <inkml:trace contextRef="#ctx0" brushRef="#br0" timeOffset="46398.08">28478 4887,'0'0,"0"0,0 0,8-7,17-5,7-3,-4-1,2 3,4 1,-34 12,43-12,-43 12,61-12,15 6,25 4,4 2,-9 2,-4 1,-92-3,87 3,3 5,0 1,-90-9,85 11,-7 0,-78-11,77 19,-12 1,-65-20,51 22,-51-22,0 0,39 30,3 4,-11 2,-6-2,-25-34,19 39,-19-39,13 45,-13-45,12 55,-2 5,-10-60,13 66,1 0,-5-2,-9-64,10 65,-10-65,3 71,-3-71,6 76,-3 17,-3-4,-6-19,6-70,-4 53,4-53,-7 52,-1 4,-7-3,0-8,-7-7,22-38,-22 33,22-33,0 0,-38 27,38-27,-46 21,-4-7,-7-4,57-10,-53 7,-2-1,55-6,-70 6,-7 1,77-7,-96 3,-9 0,9-1,96-2,-79-2,79 2,-92 0,92 0,-104 2,104-2,-119 9,119-9,-128 9,9-2,22-4,30-6,26-3,6-1,11 1,2 1,3-1,2 0,4 0,-1 5,9 1,-3 1</inkml:trace>
  <inkml:trace contextRef="#ctx0" brushRef="#br0" timeOffset="47263.88">29198 4952,'0'0,"0"0,0 0,0 0,0 0,0 0,0 0,-7 3,1 8,-5 4,8 8,-2 4,3 5,2 0,0 1,2 1,6 6,-8-40,12 47,-12-47,13 57,1 2,-4 7,-10-66,6 69,-1 7,-5-76,0 96,-9 2,0-16,9-82,-9 68,-2-13</inkml:trace>
  <inkml:trace contextRef="#ctx0" brushRef="#br0" timeOffset="52162.15">33859 16415,'0'0,"0"0,0 0,0 0,0 0,0 0,0 0,0 0,0 0,0 0,0 0,0 0,0 0,0 0,0 0,0 0,0 0,0 0,0 0,0 0,0 0,0 0,0 0,0 0,0 0,0 0,0 0,0 0,0 0,0 0,0 0,0 0,0 0,0 0,0 0,0 0,0 0,0 0,0 0,0 0,0 0,0 0,0 0,0 0,0 0,0 0,0 0,0 0,0 0,0 0,0 0,0 0,0 0,0 0,3 0,-3 0,0 0,0 0,0 0,0 0,0 0,0 0,0 0,0 0,0 0,0 0,0 0,0 0,0 0,0 0,0 0,0 0,0 0,0 0,3 0,-3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0,0 2,0-2,0 0,0 0,0 0,0 0,0 0,0 0,0 0,0 0,0 0,0 0,0 0,0 0,0 2,0-2,0 0,0 0,0 0,0 0,0 0,0 0,0 0,0 0,0 0,0 0,0 0,0 0,0 0,0 0,0 0,0 0,0 0,0 0,0 0,0 0,0 0,0 0,0 0,0 0,0 0,0 0,0 0,0 7,0-7,0 0,0 0,0 0,0 0,0 0,0 0,0 0,0 0,0 0,0 0,0 0,0 0,0 0,0 0,0 0,0 0,0 0,0 0,0 0,0 0,0 0,0 0,0 0,0 0,0 0,0 0,0 1,0-1,0 0,0 0,0 0,0 0,0 0,0 0,0 0,0 0,0 0,0 0,0 0,0 0,0 0,0 0,0 0,0 0,0 0,0 0,0 3,0-3,0 0,0 0,0 0,0 0,0 0,0 0,0 0,0 0,0 0,0 0,0 0,0 0,0 0,0 0,0 0,0 0,0 0,0 0,0 0,0 0,0 0,0 0,0 0,0 0,0 0,0 0,0 0,0 0,0 0,0 0,0 0,0 0,0 0,0 0,0 0,0 0,0 0,0 0,0 0,0 0,0 0,0 0,0 0,0 0,0 0,0 0,0 0,0 0,0 0,0 2,0-2,0 0,0 0,0 0,0 0,0 0,0 0,0 0,0 0,0 0,0 0,0 0,0 0,0 0,0 0,0 0,0 0,0 0,0 0,0 0,0 0,0 0,0 0,0 2,0-2,0 0,0 0,0 0,0 0,0 0,0 0,0 0,0 0,0 0,0 0,0 0,0 0,0 0,0 0,0 0,0 0,0 0,0 0,0 0,0 0,0 0,0 2,0-2,0 0,0 0,0 0,0 0,0 0,0 0,0 0,0 0,0 0,0 0,0 0,0 0,0 0,0 0,0 0,0 0,0 0,0 0,0 0,0 0,0 2,0-2,0 0,0 0,0 0,0 0,0 0,0 0,0 0,0 0,0 0,0 0,0 0,0 0,0 0,0 0,0 0,0 0,0 0,0 0,0 0,0 0,0 0,0 0,0 0,0 0,0 0,0 0,0 0,0 0,0 0,0 0,0 0,0 0,0 0,0 0,0 0,0 0,0 0,0 0,0 0,0 0,0 0,0 0,0 0,0 0,0 0,0 0,0 0,0 0,0 0,0 0,0 0,0 0,0 0,0 0,0 0,0 0,0 0,0 0,0 0,0 0,0 0,0 0,0 0,0 0,0 0,0 4,0-4,0 0,0 0,0 0,0 0,0 0,0 0,0 0,0 0,0 0,0 0,0 0,0 0,0 0,0 0,0 0,0 0,0 0,0 0,0 0,0 0,0 0,0 0,0 0,0 0,0 0,0 0,0 0,0 0,0 0,0 0,0 0,0 0,0 0,0 0,0 0,0 2,0-2,0 0,0 0,0 0,0 0,0 0,0 0,0 0,0 0,0 0,0 0,0 0,0 0,0 0,0 0,0 0,0 0,0 0,0 0,0 0,0 0,0 0,0 0,0 0,0 0,0 0,0 2,0-2,0 0,0 0,0 0,0 0,0 0,0 0,0 0,0 0,0 0,0 0,0 0,0 0,0 0,0 0,0 0,0 0,0 0,0 0,0 0,0 0,0 0,0 3,0-3,0 0,0 0,0 0,0 0,0 0,0 0,0 0,0 0,0 2,0-2,0 0,0 0,0 0,0 0,0 0,0 0,0 0,0 0,0 0,0 1,0-1,0 0,0 0,0 0,0 0,0 0,0 0,0 0,0 0,0 0,0 0,0 0,-6 0,6 0,0 0,0 0,0 0,-6-1,6 1,0 0,0 0,-5 0,5 0,0 0,-5-2,5 2</inkml:trace>
  <inkml:trace contextRef="#ctx0" brushRef="#br0" timeOffset="54158.83">30771 10755,'2'11,"12"16,-14-27,19 23,1 2,-4-8,0 5,1-8,-4 6,-2-8,-2-2,-1-4,-4 1,0-1,0-4,-6-4,-6-1,-2-2,15 0</inkml:trace>
  <inkml:trace contextRef="#ctx0" brushRef="#br0" timeOffset="74047.39">24269 3252,'0'0,"0"0,0 0,0 0,0 0,0 0,-6 9,-2 15,-12 7,-2-6,-4-2,10 1,-4 2,20-26,0 0,-27 32,27-32,-35 47,-3-1,7 4,1-4,8-3,-7-3,29-40,-31 46,31-46,-40 54,-5 7,45-61,-47 58,6-2,-3 1,44-57,-40 55,40-55,0 0,-28 41</inkml:trace>
  <inkml:trace contextRef="#ctx0" brushRef="#br0" timeOffset="75909.78">24123 2028,'0'0,"0"0,0 0,0 0,-4-6,1-2,-3-3,-2 2,-5 0,2 5,-5 1,5 1,2-1,-4 3,4 0,-3 0,0 0,-1 0,-1 3,3 2,0 1,-3 1,-1 5,-4 2,-1 1,20-15,0 0,-18 21,18-21,0 0,-23 26,23-26,0 0,-25 35,25-35,0 0,-29 47,29-47,-27 52,6-2,3-4,3-8,3-7,2-5,10-26,0 0,0 0,-5 26,5-26,0 0,0 0,-1 33,1-33,0 0,5 40,-5-40,0 0,12 47,-12-47,0 0,0 0,26 47,-26-47,0 0,0 0,35 38,-35-38,0 0,42 29,-42-29,0 0,49 20,-49-20,52 11,-1-11,-8-3,-7-3,-9 0,0-2,-2-3,-1 0,-24 11,0 0,25-14,-25 14,0 0,0 0,27-19,-27 19,0 0,30-27,-30 27,0 0,0 0,30-41,-30 41,0 0,0 0,20-47,-7 1,-8 3,-3 8,2 9,-8 2,4 5,0-2,-2 1,1 2,-3 2,-1 0,1 2,0-2,-2 1,0 1,0 0,-2 1,-2 1,-2 1,0 0,-10-1,-3 4,-5 0</inkml:trace>
  <inkml:trace contextRef="#ctx0" brushRef="#br0" timeOffset="84787.14">29501 4653,'0'0,"0"0,0 0,0 0,0 0,0 0,0 0,0 0,0 0,0 0,0 0,0 0,0 0,0 0,0 0,0 0,0 0,0 0,0 0,0 0,0 0,0 0,0 0,0 0</inkml:trace>
  <inkml:trace contextRef="#ctx0" brushRef="#br0" timeOffset="114996.43">25085 3166,'0'0,"0"0,0 0,0 0,0 0,0 0,0 0,-7 3,-5 8,-6 5,1-1,2 4,5-3,-5 4,0 2,-4 3,19-25,-19 30,19-30,-27 37,27-37,-38 54,-6 0,44-54,-48 58,-8 15,0 0,56-73,-53 70,3-3,50-67,-45 64,2 0,5-8,38-56,-28 47,28-47,0 0,-35 42</inkml:trace>
  <inkml:trace contextRef="#ctx0" brushRef="#br0" timeOffset="115664.62">24829 2010,'0'0,"0"0,0 0,0 0,0 0,0 0,0 10,0 12,0 17,-8 6,2 9,6-54,-11 73,1 13,2 31,0-6,7 3</inkml:trace>
  <inkml:trace contextRef="#ctx0" brushRef="#br0" timeOffset="131412.37">25942 3200,'0'0,"0"0,-11 2,-8 5,-2 5,-1 2,8-3,0 4,0-1,0 2,1-1,-4 6,17-21,-16 23,16-23,-29 31,29-31,-41 46,-3 4,3-1,41-49,-41 48,0 2,2 0,0-3,1 0,0-2,3 4,-1-1,1-1,35-47,-33 45,4-1</inkml:trace>
  <inkml:trace contextRef="#ctx0" brushRef="#br0" timeOffset="132620.79">25650 1987,'0'0,"-7"5,-2 1,-9 3,0-4,-2 3,0-5,4 6,0 1,4-1,2 2,-4 0,0 3,3 2,-5 2,8 2,0-1,8-19,0 0,0 0,-8 25,8-25,0 0,0 0,-6 34,6-34,0 0,-2 44,2-44,2 59,6-4,4-10,1-8,4-8,-4-4,5-2,-1-6,0 2,2-3,0-3,5 0,-2-2,3-6,-1-4,3-2,0-2,-3-4,2-3,-8 1,4-4,-2 0,-20 13,0 0,18-22,-18 22,16-26,-16 26,0 0,17-39,-17 39,0 0,18-57,-6-2,-6 6,-1 7,-5 5,-5 3,1 4,-2 9,-2 2,-4 0,-5 4,-3 5,-6 0,-12 4,-3 4,-12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9T09:29:36.291"/>
    </inkml:context>
    <inkml:brush xml:id="br0">
      <inkml:brushProperty name="width" value="0.05292" units="cm"/>
      <inkml:brushProperty name="height" value="0.05292" units="cm"/>
      <inkml:brushProperty name="color" value="#FF0000"/>
    </inkml:brush>
  </inkml:definitions>
  <inkml:trace contextRef="#ctx0" brushRef="#br0">18027 9871,'0'0,"0"0,0 0,0 0,0 3,0 13,0 5,0 5,0-6,4 1,2-2,-3 9,2 5,-2 1,2 2,-5-36,6 39,-6-39,0 0,3 59,3 2,-6-4,0-7,0-50,0 50,0-50,0 60,0 1,0-61,0 0,2 63,1-2,-1-4,-1-9,-1-48,0 0,0 0,5 42,-5-42,11 30</inkml:trace>
  <inkml:trace contextRef="#ctx0" brushRef="#br0" timeOffset="662.3">19243 9812,'0'0,"0"9,0 7,0 8,0-3,0-3,0 3,0 1,3 2,4 3,1 3,-1-1,-7-29,2 39,-2-39,5 52,-5-52,0 67,0 3,0-70,1 66,-1-66,0 63,3 3,-3-66,2 67,-2-67,0 67,0-2,0-65,0 64,2-3,-2-4,0-12,1-11,-1-12,4-7,-3-12,-2-3</inkml:trace>
  <inkml:trace contextRef="#ctx0" brushRef="#br0" timeOffset="1508.31">20598 9939,'0'0,"0"4,0 8,0 11,0 1,0 4,0 3,3 0,2 2,-3-1,4 1,-6-33,3 43,-3-43,6 57,-1 6,-3 2,-2-65,1 72,2-5,-1-6,0-8,-1-13,4-16</inkml:trace>
  <inkml:trace contextRef="#ctx0" brushRef="#br0" timeOffset="2221.29">21406 9990,'0'0,"0"0,0 0,0 0,0 0,0 0,0 0,-11 10,-5 9,-6 6,9 4,1-2,1 4,4 4,7-35,-1 35,1-35,6 41,-6-41,17 52,-17-52,27 55,-27-55,38 48,2-5,1-12,-8-8,-1-10,-10-5,7-7,-4-2,-25 1,25-9,-25 9,25-19,-25 19,25-27,-25 27,0 0,21-39,-21 39,0 0,22-54,-22 54,13-61,-13-1,-6 5,-12 10,-6 7,-2 7,-4 6,-4 6,-5 9,-2 2,-2 7,2 9,-2-1,8 6,12 1,5 0,3 1</inkml:trace>
  <inkml:trace contextRef="#ctx0" brushRef="#br0" timeOffset="3043.21">22976 9818,'0'0,"0"0,0 0,0 0,0 0,0 0,0 0,0 0,-5 3,0 13,-7 13,-2 7,-5 1,4-1,15-36,-17 50,17-50,-11 61,11-61,-2 75,15 11,9-7,-22-79,30 64,-30-64,35 50,-35-50,0 0,47 34,-47-34,60 22,-60-22,59 5,-59-5,60-14,-6-13,-8-12,-10 0,-6-6,-30 45,21-52,-21 52,12-57,-12 57,-1-62,-15-1,-6 10,-7 8,-2 7,-9 10,-1 7,3 8,2 4,1 6,11 3,7 0,11 3</inkml:trace>
  <inkml:trace contextRef="#ctx0" brushRef="#br0" timeOffset="3619.81">23899 9952,'0'0,"-8"11,4 8,-14 7,6-2,-4-3,10 4,-2 0,4 11,4-36,-6 36,6-36,6 42,-6-42,13 58,-13-58,27 51,9-3,4-12,4-9,-6-11,-3-7,-5-6,-30-3,30-5,-30 5,35-16,-35 16,0 0,33-32,-33 32,0 0,29-51,-29 51,15-67,-12-1,-11 5,-6 8,-9 10,-9 6,-3 5,-4 10,-1 5,-6 11,-1 6,-4 8</inkml:trace>
  <inkml:trace contextRef="#ctx0" brushRef="#br0" timeOffset="4534.06">25590 9890,'0'0,"0"0,0 0,-12 3,-6 11,-6 7,8-2,-3 5,2-2,-1 9,18-31,-9 33,9-33,-11 40,11-40,-5 56,5-56,3 63,10-3,1-5,6-8,3-8,2-5,4-6,-29-28,0 0,39 20,-39-20,46 16,-46-16,52 3,-52-3,52-6,-3-10,-11-4,-3-5,-35 25,27-34,-27 34,25-43,-25 43,17-51,-17 51,8-58,-12-1,-10 6,2 11,-2 0,3 12,1 4,-12 3,-3 7,-2-1,-1 3,-4 8,-1 1,8 3</inkml:trace>
  <inkml:trace contextRef="#ctx0" brushRef="#br0" timeOffset="4971.37">26609 9824,'0'0,"0"0,0 0,0 0,2 8,5 15,5 9,-1 5,-4 0,-1 7,0 1,-6-45,8 53,-8-53,14 63,-3 8,-11-71,7 78,-7-78,4 95,-2-4,-2-91,0 77,0-77,-10 59</inkml:trace>
  <inkml:trace contextRef="#ctx0" brushRef="#br0" timeOffset="16213.66">18631 11343,'0'0,"0"0,0 0,0 0,10 0,10 8,10 1,-1-3,-4 1,2 1,2-2,5-3,2 0,-36-3,43-2,8-2,-51 4,61-8,-5-5,-5 4,-51 9,48-11,-48 11,56-14,2-6,-1-2,0-3,-2-3,-6-1,-49 29,51-36,-5-4,-3 0,-10 3,-33 37,27-41,-27 41,23-46,-7-8,-3-2,-13 56,9-61,-4-1,-3-7,-2 69,1-70,-1-2,0 72,0-84,-4-7,-9-2,-1 15,-2 11,16 67,-17-59,-1 0,-7-1,25 60,-27-62,-5-4,32 66,-36-70,-8-12,-2 3,0 15,46 64,-54-54,-8 6,-4 7,66 41,-68-34,68 34,-73-33,73 33,-75-31,-5 2,80 29,-75-24,75 24,-84-19,84 19,-94-7,-1 7,95 0,-91 10,5 1,8 8,78-19,-81 22,5 9,76-31,-76 36,3 5,73-41,-76 46,7 6,69-52,-68 57,3 4,65-61,-65 67,7 5,58-72,-51 72,7 1,44-73,-33 79,1 1,32-80,-25 88,2-8,23-80,-18 89,18-89,-16 91,16-91,-5 98,8 2,-3-100,13 95,1-12,5-2,1-11,-2-6,1-8,-3-6,4-2,-20-48,29 55,4 0,5-1,2-7,-4-4,-36-43,46 41,2-2,8-5,-56-34,66 32,2-3,5-2,-73-27,90 25,10-4,-2-9,-16-5,-6-7,2-11,-4-9,-3-6</inkml:trace>
  <inkml:trace contextRef="#ctx0" brushRef="#br0" timeOffset="41928.31">24093 9311,'0'0,"0"0,-7-8,-6-1,-7-5,-4 1,5 2,0 2,-1-2,0 1,-2 1,1 0,0 1,21 8,0 0,-34-11,34 11,-39-12,39 12,-57-11,2 0,-4 6,9-2,-1 3,51 4,0 0,-52-7,52 7,-62 1,62-1,-66 6,-4 1,70-7,-71 11,71-11,-66 18,66-18,-70 22,70-22,-74 29,74-29,-84 46,84-46,-79 58,79-58,-79 62,79-62,-68 68,68-68,-52 71,6-1,8-9,13-16,25-45,0 0,-21 48,5 10,2 4,14-62,-11 64,1-1,10-63,-7 67,7-67,0 71,0-71,7 79,-7-79,13 98,0 9,-13-107,20 91,-2-16,-18-75,22 71,8-6,-3-11,-27-54,30 45,-30-45,36 50,-36-50,46 50,-46-50,54 54,14 7,-68-61,74 57,-74-57,73 43,0-14,-73-29,71 29,-71-29,75 24,-75-24,89 15,-5-5,-84-10,87 0,-5-7,-82 7,83-14,-6-4,-1 0,-76 18,74-32,-74 32,79-39,3-7,-82 46,79-44,-14-4,-6 3,-18 6,-41 39,36-36,-1-4,3-6,-2-3,-3 3,-3-3,0-4,-3 0,-3 2,-3-6,-2-3,-19 60,17-63,-17 63,17-71,-4-2,-13 73,8-81,-8 81,0-94,-13-3,13 97,-28-91,28 91,-36-81,36 81,-42-76,-3 11,5 10,5 21,3 4,2 3,4-2,-3-1,4 6,3 4,4 6,-2-2,-2-1,8 1,-2 2,0 1,-3 3,5 2,1 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9T09:39:51.423"/>
    </inkml:context>
    <inkml:brush xml:id="br0">
      <inkml:brushProperty name="width" value="0.05292" units="cm"/>
      <inkml:brushProperty name="height" value="0.05292" units="cm"/>
      <inkml:brushProperty name="color" value="#FF0000"/>
    </inkml:brush>
  </inkml:definitions>
  <inkml:trace contextRef="#ctx0" brushRef="#br0">22154 8625,'0'0,"0"0,0 0,0-15,0-6,3-12,3 3,-1 4,6-2,8 10,6 3,-1 1,-24 14,30-17,-30 17,0 0,40-11,-40 11,42-5,-42 5,51 8,-51-8,41 26,-41-26,33 49,-9 9,-24-58,8 73,-8 2,0-75,-13 101,-7 17,-13 4,-9-12,2-23,-2-9,6-8,1-4,2-3,6-19,6-12,10-8,4-8,0 0,2-7,4-3,2 2,9-6,4-2,11-4,7-5,8-1,16-3,12-8,4-1,18-15</inkml:trace>
  <inkml:trace contextRef="#ctx0" brushRef="#br0" timeOffset="658.83">23061 7747,'0'0,"-4"4,-14 3,-7 6,0 1,2 4,6-2,-5 1,5 4,-1-2,-1 1,19-20,-17 23,17-23,-22 30,22-30,0 0,0 0,-18 36,18-36,0 0,0 0,-17 50,17-50,0 0,-1 45,1-45,18 35,-18-35,38 20,14-12,-52-8,60 3,7-6,-67 3,74-7,-74 7,0 0,91-10,-1-12</inkml:trace>
  <inkml:trace contextRef="#ctx0" brushRef="#br0" timeOffset="956.84">23126 7853,'0'0,"0"0,0 0,0 0,0 12,0 18,0 24,0 14,5 11,3 18,0-4,0-4,0 0,-2-8,-1-4</inkml:trace>
  <inkml:trace contextRef="#ctx0" brushRef="#br0" timeOffset="9755.58">20914 8719,'0'0,"0"0,0 0,0 0,0 0,0 0,0 0,-17 14,-10 15,-14 15,0 8,-4 7,-2 1,-10 13,57-73,-53 80,3-5,11-11,1-8,38-56,0 0,-27 35,27-35,0 0,0 0,-17 32,17-32,0 0,-7 25,14-11,6-3,0-3,5-5,-18-3,25 3,-25-3,35-5,17 0,11-4,-4-2,-1 1,-1 0,3-2,-60 12,0 0,51-5,-5-1</inkml:trace>
  <inkml:trace contextRef="#ctx0" brushRef="#br0" timeOffset="10162.98">20854 8996,'0'0,"-3"11,-2 12,4 11,-4 2,5 4,6 6,-6-46,8 50,-8-50,14 66,-14-66,13 81,-13-81,16 102,-16-102,17 115,-5-22,-5-26,-4-40,-3-21</inkml:trace>
  <inkml:trace contextRef="#ctx0" brushRef="#br0" timeOffset="10548.64">21420 9082,'0'0,"13"4,10 6,12 5,-1 6,0-1,5 3,-39-23,43 27,-43-27,51 31,6 8,-2-3,-12-5,-8-4,-35-27,31 28,-31-28,0 0,0 0,35 28</inkml:trace>
  <inkml:trace contextRef="#ctx0" brushRef="#br0" timeOffset="10845.94">21752 9027,'0'0,"0"0,0 0,-8 3,0 16,-12 14,0 12,-3 3,1 13,3 6,-6 10,25-77,-43 96,-20 15</inkml:trace>
  <inkml:trace contextRef="#ctx0" brushRef="#br0" timeOffset="26890.06">16244 8550,'0'0,"-11"-8,-8 2,-4-4,0 1,-6 3,-1-2,-4 5,4 0,-1 3,6-5,25 5,-31-3,31 3,0 0,-38-6,38 6,-51-2,-6-1,6 1,51 2,-52 2,52-2,0 0,-60 3,-3 5,63-8,0 0,-66 11,-1 1,4 4,63-16,0 0,-60 14,60-14,-55 16,-1 1,56-17,0 0,-52 17,52-17,-49 20,5 3,6-2,38-21,0 0,-33 20,33-20,0 0,-34 23,0 4,34-27,0 0,-32 30,32-30,0 0,0 0,-25 36,25-36,0 0,-21 45,21-45,0 0,0 0,-13 52,4-2,4-3,1-8,4-7,0-32,1 26,-1-26,0 0,13 28,-13-28,0 0,0 0,16 32,-16-32,0 0,23 34,11 5,0-8,-34-31,0 0,32 29,-32-29,0 0,42 26,0-2,3-3,-45-21,0 0,45 19,-45-19,47 10,2 0,-2-4,-47-6,0 0,0 0,50 8,-50-8,57 3,6 0,-6-1,-57-2,0 0,57 0,-57 0,61 0,-61 0,0 0,64-5,-1 2,-3-5,-3 5,-13-3,-6-1,-38 7,39-7,-39 7,42-5,-42 5,0 0,0 0,45-14,-45 14,46-17,-46 17,0 0,52-22,-5-3,-8-3,-10 3,-3 3,-7 7,-4-1,-1-3,-14 19,0 0,13-21,-13 21,0 0,13-26,-13 26,0 0,5-37,-2-7,-7 0,0 1,-6 1,-2 5,3 5,-7 5,5 1,-5-3,4 1,-7-2,-4 2,1 8,2 1</inkml:trace>
  <inkml:trace contextRef="#ctx0" brushRef="#br0" timeOffset="52272.01">19721 8392,'0'0,"-16"-3,-10-3,-12-2,8 2,0 1,0 2,0 3,-5 5,4 1,31-6,-38 11,38-11,0 0,-43 19,43-19,-55 24,7 4,6 1,6-1,4-3,4 1,28-26,0 0,-21 33,21-33,0 0,-24 44,4 4,5 2,3-2,12-48,-7 46,7-46,-3 51,3-51,5 60,5-2,4-3,6-8,3-6,5-2,5-5,4-3,0-3,4-3,7-6,3-2,-51-17,61 11,9-5,-70-6,82-2,27-9,-109 11,126-23,-126 23,124-31,-9 3,-26-4,-23 8,-66 24,49-27,-49 27,49-32,-49 32,51-38,-51 38,47-53,-47 53,35-56,-15-5,-20 61,2-64,-2 64,-11-65,-16-1,-7 1,-6 7,40 58,-49-59,-24-2,-6 6,-8 10,0 17,-13 9,-15 11,-3 8,-14 12</inkml:trace>
  <inkml:trace contextRef="#ctx0" brushRef="#br0" timeOffset="58604.7">20992 10294,'0'0,"0"0,0 0,0 0,12-4,18-1,21-5,3-2,9-2,-3 1,0 0,18-2,18-3,24-5,-4-4,-1-2,-3 1,-10 2,8-1,-4-9,6 0,1-4,8-4,-5 0,3-4,-1-2,1-2,-1-4,1-8,-7-6,-8-1,-9 2,-12-1,-9 1,-9-2,-12 2,-13-2,-10-3,-10-6,-8 3,-8-5,-8 1,-5 0,-4 1,1 1,-5 5,-5-2,-4 3,-5 1,-1 0,-1 4,-6 6,-1 10,2 2,-8-9,0 1,-17-11,-3 7,-7 2,0 5,0 5,-4 10,-5 3,-4 6,3-1,-3 1,4 1,-3 3,-6 8,-7 4,-11 9,1 10,1-1,6 5,11 0,6 1,-2-1,-1 2,4 13,-7 14,-10 7,-4 6,1 3,0 11,1 8,1 6,12-2,15-6,1 5,0 4,-2 4,8-4,1-2,10-2,9-7,6-3,6 3,3 2,6 0,3 4,4-2,6-5,4-2,3 10,4 20,6 5,8-2,-4-6,3-6,8-5,9 3,-1-4,11-5,4-3,6-4,2-4,3-3,4-7,6-1,1-3,4 0,6-5,-1-1,9 2,5-3,-3-9</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9T09:46:02.778"/>
    </inkml:context>
    <inkml:brush xml:id="br0">
      <inkml:brushProperty name="width" value="0.05292" units="cm"/>
      <inkml:brushProperty name="height" value="0.05292" units="cm"/>
      <inkml:brushProperty name="color" value="#FF0000"/>
    </inkml:brush>
  </inkml:definitions>
  <inkml:trace contextRef="#ctx0" brushRef="#br0">17009 3868,'0'0,"-6"-5,-7 2,-11 0,-3 1,-3 9,0 10,8 3,3 3,-3 5,0 2,22-30,-24 41,24-41,-27 56,5 5,13-3,3-8,8-4,3-4,6-9,2-5,6-6,6-3,2-5,5-4,3-8,-1-4,5-5,-39 7,55-17,-55 17,53-30,-53 30,57-44,-57 44,53-56,-4-20,-10 1,-18 6,-17 24,0 4,-11 4,-6 11,-12 5,-14 4,-27-2</inkml:trace>
  <inkml:trace contextRef="#ctx0" brushRef="#br0" timeOffset="2876.08">17034 4691,'0'0,"0"0,0 0,0 0,0 0,0 0,0 0,0 0,0 0,0 0,-8 14,3 16,-5 17,7 3,-1 2,4-52,5 59,-5-59,3 77,6 16,-5-3</inkml:trace>
  <inkml:trace contextRef="#ctx0" brushRef="#br0" timeOffset="5703.92">16875 5643,'0'0,"0"0,0 0,-5-7,1-2,1-7,-3 1,6-2,-3 9,6-3,5 0,10 0,4-1,1 1,0-1,4 0,-1 0,3 4,-6 2,3 3,-4 3,-3 8,-5 0,-1 7,-4 7,-7 1,-2 10,-2-1,-6 3,-1 2,-5-1,-7 3,5-3,-3-4,7-9,-6-3,9-4,-1-2,-1-3,8-2,2-2,1-3,3 1,9-4,6-2,5-4,-23 5,37-10,-37 10,50-6,17 0,-6-3,-9-1</inkml:trace>
  <inkml:trace contextRef="#ctx0" brushRef="#br0" timeOffset="6480">16889 6984,'0'25,"0"8,0 9,4-11,3-3,2 8,3 1,-12-37,10 43,-10-43,12 55,-3 16,-3 1,-7-2,-5-2,-4-2,5-7</inkml:trace>
  <inkml:trace contextRef="#ctx0" brushRef="#br0" timeOffset="6679.89">16961 8578,'5'25,"2"23,1 23,1 9,-8 22,3 10,-3 5,-1 0,0-1,0 3,0 11,-1-5,-4-5,-3 3,7 1,-1 2,2 3</inkml:trace>
  <inkml:trace contextRef="#ctx0" brushRef="#br0" timeOffset="6871">16968 12605,'-3'34,"-2"24,2 42,-2 35,1 17,-3 44,2 4,0-7,-4-10,-8-17</inkml:trace>
  <inkml:trace contextRef="#ctx0" brushRef="#br0" timeOffset="7413.68">16750 15919,'0'0,"0"0,0 0,0 0,0 0,0 12,0 13,0 19,0 6,0 6,0 5,6 3,-6-64,8 65,0 6</inkml:trace>
  <inkml:trace contextRef="#ctx0" brushRef="#br0" timeOffset="8045.6">17142 15813,'0'0,"3"-12,6-12,9-9,-2 5,2 3,0 6,1-4,1 1,-4 6,2 1,-7 3,-5 8,-4 3,-4 2,-6 8,-3 4,-6 7,2 4,0 3,-6-1,7-2,-5-2,1 5,3 3,-1 2,4-3,3 2,1-5,-1 1,8-5,2-7,8-2,3-8,2-3,3-6,4-5,1 2,2 2,1 3,2 4,-5 7,-8 7,-3 9,-11 4,-9 14,-6 14,-10 7,-6 4,-15 26</inkml:trace>
  <inkml:trace contextRef="#ctx0" brushRef="#br0" timeOffset="20411.26">20888 4055,'0'0,"-5"-17,2-3,-1-11,-1 4,5-1,-4 3,-10 3,-2 3,-6 4,0-1,22 16,-30-17,30 17,-38-17,-19-8,-5 0,2 4,-5 5,0-2,-3 2,-3 0,-5 3,-19-3,-6 0,-10 0,12 2,5 3,8 2,-3 1,-3-1,-2-4,-1 5,0-4,0 2,1 0,0 0,-1 2,5-1,-2 1,0 3,2 1,-3 1,4 3,2-3,1 6,-1 0,4-2,1 2,0 1,-1 2,-2 2,0 1,0 1,1 5,2 0,3 4,-1-1,5 0,2-3,5 0,11-2,57-13,-55 14,55-14,-56 18,56-18,-63 24,63-24,-61 34,61-34,-57 42,57-42,-50 49,50-49,-36 55,6-2,11-3,19-50,-8 50,8-50,5 53,12-3,4-3,-21-47,30 43,-30-43,41 46,10-2,5 2,-56-46,61 44,21 1,-82-45,94 40,6-5,-6-5,-9-6,-16-4,-10-1,-2-5,6 3,4-1,9-5,21 1,13-5,-5-4,-3-3,1 0,-4 0,4 0,0 0,-4 0,4-5,1 0,4-1,-1 3,1-4,-1 3,2 1,-3-3,3-2,-6 0,0-3,-5 1,1-1,-7-1,-8-1,-3-1,1-2,-4-2,-4 2,-5-1,-9 0,0 0,4-6,2-3,-6-1,-1 1,-8-2,-4 2,-6-3,-8-2,2-3,-6-2,-1 2,-3-2,-1 0,-2-2,-1 4,-11 3,-11 6</inkml:trace>
  <inkml:trace contextRef="#ctx0" brushRef="#br0" timeOffset="33009.28">17951 5237,'0'0,"0"0,-11-3,-9-3,-12-5,2 0,-2 2,-1 4,-2 0,-1 4,36 1,-41 1,41-1,-52 10,52-10,-68 15,-2 4,4 2,66-21,-68 19,6 2,62-21,-62 23,62-23,-70 22,70-22,-77 25,-18 8,1 0,16-4,78-29,-68 31,68-31,-63 29,1 0,62-29,-57 30,5-2,8 0,11-3,33-25,-32 22,4 3,7 3,8-6,4 1,9-23,-9 27,7 0,2-27,2 34,-2-34,14 37,10 6,7 0,8-4,8-4,1-1,11-5,4-5,4-3,9-6,26 2,21 2,7 2,-2-4,-7-5,0 2,-1-4,4-5,1-3,3-2,2 4,-1 2,4-1,-4-1,0-4,-1 2,-2 1,2-3,-2-5,-1-1,-9 0,1-3,-6 4,-5-2,3-3,-6 2,-5-3,1-3,-9-3,-11 1,-7-1,-14-2,-6 4,-52 15,59-23,-4-3,-55 26,57-28,-6-6,-4 2,-47 32,39-40,-39 40,32-42,-32 42,24-50,-16-1,-8 51,-2-50,2 50,-22-53,22 53,-31-55,-20 3,-6 4,-2 9,-2 1,-3 5,-4 3,-4 4,-20-7,-6 4,-2 4,4 3,-1 1,0 2,-1 4,-1 2,0-1,-5 3,1-1,-2 6,-5 2,-4 4,-3 4,-8 2,-13 6,2 0,-3 4,-8 9,-6 10,-10 10</inkml:trace>
  <inkml:trace contextRef="#ctx0" brushRef="#br0" timeOffset="62844.54">17166 4424,'0'0,"0"0,0 0,0 0,0 0,0 0,0 0,0 0,0 0,0 0,0 0,0 0,0 0,0 0,0 0,0 0,0 0,0 0,0 0,0 0,0 0,0 0,0 0,0 0,0 0,0 0,0 0,0 0,0 0,0 0,0 0,0 0,0 0,0 0,0 0,-3-5,-2-3,-8-1</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9T09:20:45.975"/>
    </inkml:context>
    <inkml:brush xml:id="br0">
      <inkml:brushProperty name="width" value="0.05292" units="cm"/>
      <inkml:brushProperty name="height" value="0.05292" units="cm"/>
      <inkml:brushProperty name="color" value="#FF0000"/>
    </inkml:brush>
  </inkml:definitions>
  <inkml:trace contextRef="#ctx0" brushRef="#br0">27386 9893,'0'0,"-15"-3,-5-4,-8-2,2-4,5 2,-2 1,-1 0,-4 5,28 5,-41-4,-21 7,-9 5,71-8,-76 14,-25 11,-13 6,8-1,16-1,9 0,10-2,1-4,13-2,2 0,-2 0,57-21,-63 28,-2 7,0 2,-10 13,11 3,6-3,4 0,12-7,7-2,-2 4,4 5,-2-3,35-47,-33 59,33-59,-33 67,33-67,-35 100,10 11,25-111,-11 104,12-12,-1-92,11 86,8-5,5-1,1-10,-25-70,30 59,2-2,6 0,6-6,-1-2,3-2,4-5,7-4,2-8,7 0,1-2,2-6,7-4,14 1,8-8,2-3,-7-5,-6-3,3-7,8-1,6-8,-1-3,-6-3,-1-3,-2-3,-11-1,-1-3,-4 0,-1-4,-4 0,0-5,-2 1,-6-1,3-7,-2-4,-1-2,-5-2,0-5,-6 0,-10 2,-12 12,-7 2,-25 45,24-52,-4-5,-20 57,13-66,-2-7,-11 73,6-76,-12-19,6 95,-11-102,-9 4,-3 12,1 20,-1 16,-4 2,-2 1,-5 1,-4 2,-1-3,-5 5,44 42,-49-42,-8 1,57 41,-65-46,-20-4,-8 1,9 12,8 12,4 4,-9 8,-5 6,-10 14,-7 16,-19 17</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9T09:44:15.273"/>
    </inkml:context>
    <inkml:brush xml:id="br0">
      <inkml:brushProperty name="width" value="0.05292" units="cm"/>
      <inkml:brushProperty name="height" value="0.05292" units="cm"/>
      <inkml:brushProperty name="color" value="#FF0000"/>
    </inkml:brush>
  </inkml:definitions>
  <inkml:trace contextRef="#ctx0" brushRef="#br0">2876 14087,'0'0,"-16"9,-3 8,-8 2,5 4,-4 4,26-27,-28 40,-2 21,0 9,-3 24,3 17,11 1,12-2,7-6,5-5,-5-99,19 111,6-5,8-6,9-23,-1-21,3-17,-44-39,55 27,10-11,11-8</inkml:trace>
  <inkml:trace contextRef="#ctx0" brushRef="#br0" timeOffset="499.84">4396 14241,'0'0,"0"0,0 0,0 0,0 0,0 0,0 0,0 0,0 0,0 0,0 0,2 1,11 10,10 7,-2 1,-2 7,-3-2,1 6,-17-30,19 38,-19-38,24 58,-5 13,-5 1,-14-72,10 78,2 22,-12 18,-12-4,-12-17,-9-7,-5-17</inkml:trace>
  <inkml:trace contextRef="#ctx0" brushRef="#br0" timeOffset="1566.79">2201 15075,'0'0,"12"0,12 4,12 0,0-1,1-1,-4-7,-1-3,-5-8,-5-5,-22 21,14-25,-14 25,14-33,-14 33,13-50,-13 50,11-66,-10-4,-8 8,-1 3,-5 9,2 0,11 50,-21-43,21 43,-30-40,30 40,0 0,-44-37,44 37,-51-24,-4 10,0 14,9 10,2 5,1 6,2 5,3 7,3 10,35-43,-28 52,28-52,-27 65,9 6,6-1,12-9,6-9,11-6,9-13,15-8,14-13,12-17,13-10</inkml:trace>
  <inkml:trace contextRef="#ctx0" brushRef="#br0" timeOffset="5457.8">5024 14277,'0'0,"0"0,-6 3,-4 9,-5 10,5-3,-2-2,7 3,0 5,-3 5,-4 6,12-36,-15 47,4 21,-6 10,17-78,-12 100,0 12,14-3,-2-109,14 94,11-18,2-10,0-21,8-9,6-5,8-3,8-7,1-10,4-8</inkml:trace>
  <inkml:trace contextRef="#ctx0" brushRef="#br0" timeOffset="6091.06">7007 14127,'0'0,"0"0,0 0,0 0,3 3,7 10,6 8,-2-3,0 0,2-4,0 2,1 4,-1 2,-2 6,-14-28,10 33,-10-33,12 43,1 18,-4 5,-9-66,8 70,-7 3,1 7,-2 15,-6 3,-8 5,1-14,13-89,-17 86,-8-4,-5 0,-5-14,35-68,-40 58,-1-14</inkml:trace>
  <inkml:trace contextRef="#ctx0" brushRef="#br0" timeOffset="6600.03">6210 13895,'0'0,"0"0,0 0,0 0,-6 10,-2 17,-3 23,3 11,-1 12,4 8,3 18</inkml:trace>
  <inkml:trace contextRef="#ctx0" brushRef="#br0" timeOffset="9147.68">8568 13987,'0'0,"0"0,-7-7,1-2,-5-10,8-3,0 1,7 2,5 0,11 1,-1 5,3 2,-3 3,0 2,1 0,1 10,-2 1,4 3,0 6,-3 9,-7 9,-5 5,-10 18,-9 4,0 4,11-63,-20 66,20-66,0 0,0 0,-21 66,21-66,0 0,0 0,-19 59,19-59,0 0,0 0,0 46,0-46,20 30,12-6,8-4,-2 0,-8-4,-12-6,-11 5</inkml:trace>
  <inkml:trace contextRef="#ctx0" brushRef="#br0" timeOffset="9624.58">7586 14616,'0'0,"-8"13,0 13,-6 20,4 10,10-56,-3 63,6 1,13-1,-16-63,25 64,9-12,5-2,2-2,5 2,0-3,7-10,-3-12</inkml:trace>
  <inkml:trace contextRef="#ctx0" brushRef="#br0" timeOffset="9994.78">9407 14175,'0'0,"0"0,0 0,0 0,0 11,8 16,1 7,9 2,-2 3,-1 0,-5 6,-10-45,8 57,-2 16,-6 11,-6 19,-10 20,-1-6,-8-8,2-25</inkml:trace>
  <inkml:trace contextRef="#ctx0" brushRef="#br0" timeOffset="10749.52">10063 15673,'0'0,"0"0,0 0,-12 3,-6 3,-4 13,8 2,-5 12,-5 22,5 19,-3 37,8 27,21 23,24-4,13-22,8-22,-3-38,-49-75,48 17</inkml:trace>
  <inkml:trace contextRef="#ctx0" brushRef="#br0" timeOffset="11135.68">11932 15481,'0'0,"13"3,3 12,11 6,-4 5,-3 1,0 7,7 14,-2 8,-8 8,-6 8,-9 15,-9 41,-16 54,-15 40</inkml:trace>
  <inkml:trace contextRef="#ctx0" brushRef="#br0" timeOffset="13875.04">10936 16970,'0'0,"0"0,0 0,0 0,0 0,0 0,0 9,0 13,0 10,0-3,0 2,0-1,0 3,0-2,0 1,0-32,0 36,0-36,-2 49,2-49,0 0,0 51,0-51,2 50,3-2,-4-8,3-9,-4-6,0-25,0 0,4 28,-4-28,0 0,5 34,-5-34,9 40</inkml:trace>
  <inkml:trace contextRef="#ctx0" brushRef="#br0" timeOffset="16684.16">11442 16931,'0'0,"0"0,0 0,0 0,0 0,0 0,8 0,19 0,6 0,-5 0,2 0,3 0,4 0,1 0,-38 0,40 0,-40 0,52 2,-52-2,0 0,55 7,-55-7,0 0,52 7</inkml:trace>
  <inkml:trace contextRef="#ctx0" brushRef="#br0" timeOffset="17495.59">11485 16766,'0'0,"0"0,0 0,0 0,0 0,-7 8,0 15,-5 12,1 2,-1-9,5 1,6-6,-1 2,2 0,2-2,-2-23,0 0,0 0,0 27,0-27,0 0,0 0,0 27,0-27,0 0,0 0,1 28,-1-28,0 0,4 16,0-10,7-6,2-6,3-4,-4-1,6-1,-1-3,2 1,-1-1,2 5,4 0,1 4,-25 6,28-2,-28 2,29 5,-29-5,35 13,-35-13,34 21,8 6,-6 2,-7 3,-29-32,22 34,-22-34,0 0,20 39,-2 11,-6-3,-10 1,-11-3,-4 5,-8 3,-7-1,-10 1,38-53,-52 54,-28 3</inkml:trace>
  <inkml:trace contextRef="#ctx0" brushRef="#br0" timeOffset="23594.1">25865 6886,'0'0,"0"0,0 0,0 0,-4 9,1 18,0 10,3 4,0 1,2 6,-2-48,1 56,-1-56,3 72,1 10,-4-82,9 102,10-9,-3-13,-16-80,30 42,3-26</inkml:trace>
  <inkml:trace contextRef="#ctx0" brushRef="#br0" timeOffset="23941.64">26440 6834,'0'0,"-6"4,3 8,1 10,-3 6,5 3,-3 8,3 0,0 3,0-42,0 55,0-55,0 77,0-77,0 117,8-1,6-12,7-29,6-20</inkml:trace>
  <inkml:trace contextRef="#ctx0" brushRef="#br0" timeOffset="24628.76">27248 6956,'0'0,"-6"4,-7 9,-4 14,-5 2,-2 9,24-38,-24 45,-2 8,26-53,-20 59,2 2,8 0,7-10,6-5,7-7,5-2,-15-37,0 0,25 28,-25-28,40 25,9-8,-49-17,57 6,8-10,1-10,-12-10,-8 0,-7-5,-39 29,0 0,32-36,-32 36,19-43,-19 43,3-50,-3 50,-8-47,-11 0,-3 10,-1 9,5 8,-1 2,-2 1,-4 3,3 6,-5 2,13 4,-2 2,8 0,11-3</inkml:trace>
  <inkml:trace contextRef="#ctx0" brushRef="#br0" timeOffset="25258.02">27936 7214,'0'15,"0"13,0 5,0-5,0 6,7-1,2 6,3-6,-12-33,16 32,-16-32,21 31,-21-31,28 31,-28-31,40 42,6-13,-2-4,-2-6,-5-7,-5-5,-12-7,1-4,-1-5,-4-7,-2 1,-14 15,10-24,-10 24,8-28,-8 28,4-39,-4 39,-1-55,1 55,-13-56,-3 2,-3 4,-9 5,1 6,-6 6,-2 8,-3 8,-6 6,-2 8,-3 9,3 11</inkml:trace>
  <inkml:trace contextRef="#ctx0" brushRef="#br0" timeOffset="31077.93">27319 8254,'0'0,"0"0,0 0,0 0,0 0,0 0,0 0,0 0,0 0,0 0,-3 10,0 8,-2 4,0-1,5-4,-2-1,2 1,2 0,2-5,0 1,-2-2,1 3,-1 0,-1 2,3 4,-3-4,-1-16,5 23,-5-23,2 30,0 6,-2-36,0 0,0 42,2 6,-2-2,3-5,-3-41,0 0,0 0,5 41,-5-41,0 0,0 0,8 39,-8-39,0 0,20 24</inkml:trace>
  <inkml:trace contextRef="#ctx0" brushRef="#br0" timeOffset="32092.34">27681 8325,'0'0,"0"0,0 0,0 0,0 0,0 0,0 0,0 0,0 0,2-6,12-4,5-4,3 5,-1 0,-2 1,-2-4,1 6,2-3,-1 6,3-1,-3-1,-1 2,-1 6,2-1,-19-2,0 0,0 0,19 10,-19-10,0 0,0 0,20 19,-20-19,13 31,-9 2,-4 0,-2 1,2-34,-7 33,7-33,0 0,-14 36,14-36,-19 47,19-47,-28 48,28-48,-27 52,27-52,0 0,0 0,-32 50,32-50,0 0,0 0,-30 48,30-48,0 0,0 0,-26 40,26-40,0 0,0 0,-17 32,17-32,0 0,2 21,-2-21,19 11,11-4,8-7,-3 0,1-2,-1-3,-35 5,43-2,-43 2,58-6,3 3,-5 0,-10 3</inkml:trace>
  <inkml:trace contextRef="#ctx0" brushRef="#br0" timeOffset="39079.44">26118 8049,'0'0,"0"0,0 0,0 0,0 0,0 0,0 0,0 0,0 0,3 0,17 0</inkml:trace>
  <inkml:trace contextRef="#ctx0" brushRef="#br0" timeOffset="39309.81">26748 7978,'0'0,"0"0,0 0,0 0,0 0,0 0,0 0,10 3,18 2,19-1,13-9</inkml:trace>
  <inkml:trace contextRef="#ctx0" brushRef="#br0" timeOffset="39575.08">27966 7957,'0'0,"0"10,0 6,0 2,10-7,13-11,9 0,3-10,-4 0</inkml:trace>
  <inkml:trace contextRef="#ctx0" brushRef="#br0" timeOffset="43766.81">25248 15836,'-32'-9,"-4"2,-13-2,-4 5,-4 2,11 2,4 2,42-2,-39 6,-12 6,-11-5,-10-5,-18-4,-32-8,122 10,-129-12,-20 1,68 3,34 3,18 3</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9T09:32:01.046"/>
    </inkml:context>
    <inkml:brush xml:id="br0">
      <inkml:brushProperty name="width" value="0.05292" units="cm"/>
      <inkml:brushProperty name="height" value="0.05292" units="cm"/>
      <inkml:brushProperty name="color" value="#FF0000"/>
    </inkml:brush>
  </inkml:definitions>
  <inkml:trace contextRef="#ctx0" brushRef="#br0">5873 1500,'0'0,"0"10,0 5,0 6,0-7,0 1,0-1,0 7,0 1,0 9,5 8,-5-39,6 57,1 15,-1 17,-1 14,-2 2,0-6,-3-4,2-19,-2-76,0 0,0 0,0 68,0-68,-2 36,-1-24,3-12,-5-14</inkml:trace>
  <inkml:trace contextRef="#ctx0" brushRef="#br0" timeOffset="519.94">5922 1717,'0'0,"0"0,0-11,4-7,5-10,-4 6,3 3,4-2,-2 5,3 0,4 5,2-6,-19 17,30-17,-30 17,39-14,-39 14,53-7,-53 7,57 10,-57-10,55 22,-55-22,49 39,-49-39,31 49,-13 15,-15 0,-9-2,-9-2,-10-2,-8-3,-8-3,41-52,-49 46,49-46,0 0,0 0,-54 39,54-39,0 0,-52 19,11-19,16-18,15-2,10-8,5-3</inkml:trace>
  <inkml:trace contextRef="#ctx0" brushRef="#br0" timeOffset="887.9">6621 1450,'0'0,"0"0,0 0,0 0,0 0,0 14,0 13,0 20,0 9,0-56,0 69,-3 16,-2 15,0-17,4-2,1-81,-3 86,0 5,-2-3,5-88,-6 83,1-5,-3-10,0-29,8-39,-6 18</inkml:trace>
  <inkml:trace contextRef="#ctx0" brushRef="#br0" timeOffset="1561.57">7075 1892,'0'0,"0"0,0 0,0 0,-8 3,-5 14,-5 7,-7 10,0 6,-3 7,-1 10,3 2,0 0,2 0,24-59,0 0,-22 59,22-59,0 0,-4 55,4-55,12 45,15-20,0-17,-27-8,28-3,-28 3,29-20,-29 20,24-33,1-14,-4-2,-7 9,0 4,-6 8,-2 11,-1 1,-2 4,2 6,-4 1,-1 3,2 4,3 7,-5-9,3 18,-3-18,7 27,-7-27,12 37,1 1,5 6,2-11,0-8,-1-10,-19-15,22 4,-22-4,22-12,-1-22</inkml:trace>
  <inkml:trace contextRef="#ctx0" brushRef="#br0" timeOffset="1804.91">7429 2082,'0'-9,"0"3,0-4,5 6,1 2,-4-1,-1 3,1 8,-2 3,0 4,3 13,2 6,0 9,7 5,-2-3,-10-45,0 0,0 0,6 47,-6-47,0 0,0 0,8 39</inkml:trace>
  <inkml:trace contextRef="#ctx0" brushRef="#br0" timeOffset="2033.81">7418 1864,'0'0,"0"0,0 0,0 0,0 0,0 0,0 0,0 0,0 0,0 0,0 0</inkml:trace>
  <inkml:trace contextRef="#ctx0" brushRef="#br0" timeOffset="2614.77">7766 2073,'0'0,"0"0,0 0,0 14,0 19,0 11,8 2,-1-6,3-1,-3-6,3-3,-6-7,-1-9,-2-9,3-10,-4-4,0-5,0-4,-5-5,2 0,3 1,0 2,3-3,2 0,-2 3,2-1,3 1,2-1,2 6,0-1,-1 6,4 1,2 3,2 1,-2 5,5 7,-7 6,4 10,-19-23,16 34,1 9,-17-43,19 62,-19-62,0 0,0 0,21 54,-21-54,26 41,-26-41,32 12,-2-24</inkml:trace>
  <inkml:trace contextRef="#ctx0" brushRef="#br0" timeOffset="3051.58">8857 1627,'0'0,"0"0,0 0,0 0,1 11,6 17,4 19,4 4,2 7,-2-2,-2 8,1 6,-14-70,10 75,-10-75,11 98,0 8,-11-106,0 0,0 0,8 84,-8-84,0 0,1 52,1-29,-2-23,-2 0,-4-9</inkml:trace>
  <inkml:trace contextRef="#ctx0" brushRef="#br0" timeOffset="3288.8">8848 2087,'0'0,"0"0,0 0,0 0,0 0,0 0,0 0,0 0,0 0,15-6,12-4,16-8,4 0,-4 3,-43 15,46-17,-46 17,64-7</inkml:trace>
  <inkml:trace contextRef="#ctx0" brushRef="#br0" timeOffset="3769.48">9527 2207,'0'0,"0"0,0 0,13 0,4-4,17 2,-7-3,-2-4,-3-2,-6-5,-7 0,-4 0,-9 0,-5-2,0 2,-13 0,1-2,-8 5,1 2,0 1,-2 6,4 5,-2 6,7 5,-1 6,3 8,6 2,4 4,8 5,5-1,7 0,10-2,10 0,11-8,4-4,1-8,-3-8,2-9,-46 3,44-1,-44 1,52-19</inkml:trace>
  <inkml:trace contextRef="#ctx0" brushRef="#br0" timeOffset="4028.15">9875 1962,'0'0,"0"0,0 0,0 0,8 10,6 5,15 12,-6 1,7 6,-30-34,39 38,-39-38,0 0,0 0,42 37,-42-37,43 31</inkml:trace>
  <inkml:trace contextRef="#ctx0" brushRef="#br0" timeOffset="4256.39">10163 2007,'0'0,"0"0,0 0,-11 10,-8 10,-6 13,-1 4,4 7,22-44,-27 43,27-43,0 0,-24 52</inkml:trace>
  <inkml:trace contextRef="#ctx0" brushRef="#br0" timeOffset="4706.43">10488 1610,'0'0,"0"0,0 0,0 0,0 0,0 0,0 0,0 15,5 19,0 20,0 9,0 9,-1 2,2 16,-4-1,-2-89,2 84,-2-84,0 81,0-14,0-17,0-50,0 0,0 0,3 39,-3-39,6 26,1-14,1-12,-8 0,1-16</inkml:trace>
  <inkml:trace contextRef="#ctx0" brushRef="#br0" timeOffset="4926.11">10391 2128,'0'0,"0"0,0 0,0 0,0 0,0 0,0 0,14 0,16 0,17 0,5 0,-52 0,67-5,8 2,11-10</inkml:trace>
  <inkml:trace contextRef="#ctx0" brushRef="#br0" timeOffset="7502.79">15194 1655,'0'0,"0"0,0 0,0 0,0 0,-6-7,-2-5,-13-5,7 3,-5 5,0 2,-8 6,-6 1,-3 1,36-1,-42 7,42-7,-56 6,56-6,-60 8,-1 7,10-1,9 7,2-1,10 5,30-25,-26 31,26-31,-26 47,9 20,4 6,9 24,4-97,4 100,-4-100,27 94,11-21,8-30,-5-21,-41-22,51 11,9-5,13-9,-3-3,2-2,-3-3,3-5,-3-4,-6-3</inkml:trace>
  <inkml:trace contextRef="#ctx0" brushRef="#br0" timeOffset="8323.98">15559 1889,'0'0,"0"0,0 0,0 0,0 0,0 0,0 0,0 0,0 0,0 0,0 12,3 13,2 13,0 8,-4 8,-1-54,2 66,-2-66,5 71,-5-71,0 0,0 0,14 61</inkml:trace>
  <inkml:trace contextRef="#ctx0" brushRef="#br0" timeOffset="8565.5">15573 1803,'0'0,"0"0,0 0,0 0,0 0,0 0,0 0,0 0,8 0,16 0</inkml:trace>
  <inkml:trace contextRef="#ctx0" brushRef="#br0" timeOffset="8810.33">15921 1948,'0'0,"0"12,0 11,0 14,7 7,2 9,0 6,-2 4,-7-63,9 73,2-4,-4-4,-7-65,0 0,0 56</inkml:trace>
  <inkml:trace contextRef="#ctx0" brushRef="#br0" timeOffset="9176.19">15931 1917,'0'0,"0"0,0 0,5-11,7-7,7-3,5 7,-4 6,9 1,1 2,5 3,-35 2,34 7,-34-7,35 15,-10 18,-10 9,-9 2,-14-4,-8-1,-6-5,0-7,1-9,3-4,2-7,-2-14</inkml:trace>
  <inkml:trace contextRef="#ctx0" brushRef="#br0" timeOffset="9713.74">16351 1555,'0'0,"0"0,0 0,2 0,15 8,4 13,-1 5,-2 10,-1 7,-1 10,1 8,-17-61,12 69,-3 4,-4-8,-5-65,0 0,0 0,-2 54,-3-15,-4-16,9-23,-2 4,-1-13,6-16,3-9,-6 34,12-39,-12 39,0 0,0 0,22-45,-22 45,0 0,21-36,-21 36,25-19,-25 19,22 8,0 17,-6 13,-16-38,15 52,-15-52,0 0,0 0,8 50</inkml:trace>
  <inkml:trace contextRef="#ctx0" brushRef="#br0" timeOffset="10160.69">16838 2053,'0'0,"0"0,0 0,8-5,12 3,12-2,-2-1,-1 3,-12-5,5 1,-7-4,-3-1,-2-3,-5 0,-2-3,-2-3,-2-2,-2 3,-9 2,4 3,-1 6,-2 2,1-2,-4 4,1 4,0 1,0 11,-1 7,-1 6,0 6,3 5,8 3,-1 6,10-2,4-4,12-7,2-10,6-8,2-7,2-7,1-5,-9-6,1-16</inkml:trace>
  <inkml:trace contextRef="#ctx0" brushRef="#br0" timeOffset="10461.96">17175 1920,'0'0,"0"0,0 0,5 0,-1 0,6 0,6 6,-2 10,3 6,-4 3,-4 6,-2-3,-1 5,-4-7,-2-3,0-7,-2-5,1-6,-4-7,2-10,3-8,3-10,3-4,2-4,9-7,-1 1,6 2,0-2,1 7,1 12</inkml:trace>
  <inkml:trace contextRef="#ctx0" brushRef="#br0" timeOffset="11382.6">17934 1398,'0'0,"0"0,0 0,0 0,0 0,0 0,0 0,0 14,0 20,0 18,8 5,1 7,3 9,3 24,-8 3,-7-100,8 103,1-1</inkml:trace>
  <inkml:trace contextRef="#ctx0" brushRef="#br0" timeOffset="11942">17866 2048,'0'0,"0"0,0 0,0 0,0 0,0 0,0 0,0 0,16 0,12 0,16-4,5 2,2-3,6-1,-57 6,62-8,-2-8,-60 16,53-20,-6-3,-13 1,-7 3,-11 3,-10 4,-1-2,-5-3,0 17,0 0,-11-14,11 14,-17-17,17 17,-30-10,30 10,-35 3,6 16,4 8,7 7,4 11,14-45,0 47,0-47,18 48,12-3,6-6,4-7,-40-32,0 0,42 15,-5-16,-11-22</inkml:trace>
  <inkml:trace contextRef="#ctx0" brushRef="#br0" timeOffset="12141.94">18531 1833,'0'0,"0"0,0 0,0 0,4 9,9 12,5 5,-2 5,3-5,5 6,-24-32,28 44,-28-44,0 0,38 42</inkml:trace>
  <inkml:trace contextRef="#ctx0" brushRef="#br0" timeOffset="12366.14">18712 1786,'0'0,"0"0,0 0,-14 14,-7 8,-9 15,-5 10,2 4,-3 6,36-57,0 0,0 0,-29 50,7-13</inkml:trace>
  <inkml:trace contextRef="#ctx0" brushRef="#br0" timeOffset="12661.11">18936 1510,'0'0,"0"0,0 0,0 0,0 0,0 0,4 15,2 20,6 24,-9 6,2 7,-1 3,-3 16,-1-10,0-13,-1-33,-4-29</inkml:trace>
  <inkml:trace contextRef="#ctx0" brushRef="#br0" timeOffset="12858.68">19016 1870,'0'0,"0"0,0 0,0 0,0 0,18 0,24 3,24 5,-66-8,71 7,5 0</inkml:trace>
  <inkml:trace contextRef="#ctx0" brushRef="#br0" timeOffset="14900.15">7493 3302,'0'0,"0"0,-12 3,-8 8,-10 0,-2 5,7 0,2 6,0-1,-2 5,-5 2,30-28,-34 46,0 4,5 7,6-6,23-51,-13 58,13-58,-4 67,11 5,7-7,7-8,4-15,2-8,8-12,1-8,-36-14,40-3,4-13,-3-10,-9-4,3-10,-35 40,28-46,-28 46,17-56,-2-2,-12 2,-3 5,-2 1,-6 3,2 7,-5 2,-4 0,1 9,2 7,2 4,2 4,-1 3,2 4,3 1,2 5,-1 1</inkml:trace>
  <inkml:trace contextRef="#ctx0" brushRef="#br0" timeOffset="15491.51">8253 3380,'0'0,"0"0,0 0,0 0,0 0,-13 1,-12 13,-4 5,3 6,4 3,1 10,-1 12,3 7,4 5,5 3,7-3,12-8,-9-54,12 50,-12-50,26 45,7-7,-33-38,46 33,-46-33,52 15,6-13,1-10,-5-12,-8-8,-46 28,38-41,-38 41,31-53,-31 53,21-64,-12-4,-9 7,-6 8,-5 7,-6 9,0 0,-6 8,4 8,1 5,0 3,5-2,0 6,7-1,3 1</inkml:trace>
  <inkml:trace contextRef="#ctx0" brushRef="#br0" timeOffset="16071.76">8952 3364,'0'0,"-6"7,-9 6,-2 12,-4 4,6 2,3 6,12-37,-8 46,8-46,0 60,0-60,15 70,10-1,7-8,1-10,-33-51,41 44,-41-44,0 0,47 30,-47-30,54 18,-3-16,-10-10,-8-12,-33 20,28-33,-28 33,24-47,-24 47,21-64,-21 64,14-76,-14 76,8-100,-21-3,-8 22,-5 27,-1 19,-3 10,-8 8,-8 8,-3 10,-11 9,-3 10</inkml:trace>
  <inkml:trace contextRef="#ctx0" brushRef="#br0" timeOffset="55849.9">7546 5013,'0'0,"0"0,0 0,-6-6,-8-1,-7-2,-4 4,-5 5,-2 10,-6 14,-1 12,6 8,-2 9,3 6,5 6,8-2,19-63,-9 64,9-64,3 67,13-3,-16-64,30 61,-30-61,43 54,-43-54,61 45,-61-45,89 34,-89-34,98 9,-8-27,-18-14,-21-3,-12-2,-11-3,-28 40,22-52,-22 52,14-70,-8-6,-6-15,-8 10,-9 16,0 19,1 10,-5 2,0 5,1 5,3 13,2 7,1 4,3 4,3 5,3 2,5-1</inkml:trace>
  <inkml:trace contextRef="#ctx0" brushRef="#br0" timeOffset="56388.25">8551 5091,'0'0,"-15"4,-9 12,-1 10,-2 12,-2 8,3 7,2 9,24-62,-13 64,7 3,9-5,7-6,12-14,2-8,3-9,-1-11,6-3,-2-6,0-8,-2-3,-28 6,24-16,-24 16,19-31,-5-14,-4-21,-8 5,-9 1,-7 6,-5 6,-8 6,3 5,2 2,2 9,4 7,6 4,4 4,6-2</inkml:trace>
  <inkml:trace contextRef="#ctx0" brushRef="#br0" timeOffset="56704.04">9251 4984,'0'0,"0"0,0 0,0 0,0 13,6 19,-2 23,6 6,-10-61,13 70,6-1,-1-4,0-2,-2 1,-16-64,11 67,-6 8</inkml:trace>
  <inkml:trace contextRef="#ctx0" brushRef="#br0" timeOffset="57533.81">7511 6510,'0'0,"-15"0,-1 3,-11 6,3 7,7 7,4 4,5 1,7 8,2 3,6 11,-7-50,15 56,8 6,3-4,6-8,6-7,0-10,0-5,-2-14,2-6,-6-8,-5-1,-5-5,-4-4,-1-4,-17 14,17-26,-17 26,8-40,-3-21,-12-2,-2 7,-4 1,2 5,-8 5,3 1,-4 8,-5 4,-5 14,-2 9,-1 8,-2 4,3 6,9 5</inkml:trace>
  <inkml:trace contextRef="#ctx0" brushRef="#br0" timeOffset="57917.55">8640 6395,'0'0,"0"0,0 0,0 0,0 0,0 18,0 29,0 22,0-69,-6 77,6-77,-3 100,-4 0,1-9,6-91,-6 81,6-81,0 0,3 96</inkml:trace>
  <inkml:trace contextRef="#ctx0" brushRef="#br0" timeOffset="58456.66">9252 6633,'0'0,"-6"8,-1 14,-2 15,6 8,-3 0,10 1,4-4,-8-42,19 42,-19-42,35 33,-35-33,0 0,46 23,-46-23,57 16,-57-16,0 0,63-2,-63 2,58-20,-8-19,-10-8,-14-10,-14-6,-13 1,-10 3,-13 4,-1 5,-5 5,0 6,-3 8,-2 10,-5 7,-10 12,-4 15,-8 14,-4 10,-16 22</inkml:trace>
  <inkml:trace contextRef="#ctx0" brushRef="#br0" timeOffset="59153.97">7554 7765,'0'0,"-8"9,-5 9,-6 9,5 3,5 2,6 8,3-40,5 55,8 4,7-1,7 0,3-5,6-5,-36-48,41 43,-41-43,49 36,-49-36,55 26,-55-26,0 0,56 7,-56-7,46-12,-9-15,-37 27,20-45,-20 45,12-56,-12-9,-9 2,-3 7,1 6,-9 5,-2 3,-3 6,-1 2,-7 9,-3 7,3 9,7 6,4 3,6 3,8-1,2-4</inkml:trace>
  <inkml:trace contextRef="#ctx0" brushRef="#br0" timeOffset="59506.77">8558 7745,'0'0,"0"0,0 0,0 0,0 13,5 24,3 17,1 6,-9-60,8 74,5 0,-1 12,1-10,-13-76,14 73,-14-73,0 0,0 0,26 86</inkml:trace>
  <inkml:trace contextRef="#ctx0" brushRef="#br0" timeOffset="59856.11">9648 7647,'0'0,"0"0,0 0,0 0,0 14,0 11,0 22,12-4,2 5,3-1,-17-47,21 50,-3 12,-2 7,-6 3,-8-4,-2-68,-22 74</inkml:trace>
  <inkml:trace contextRef="#ctx0" brushRef="#br0" timeOffset="60500.03">7736 9233,'0'0,"0"17,-6 13,4 15,-1 6,-2 9,5 5,-3 3,3 3,3 5,0 13,2-4,-5-85,5 92,-5-92,6 98</inkml:trace>
  <inkml:trace contextRef="#ctx0" brushRef="#br0" timeOffset="61035.94">8640 9264,'0'3,"0"5,0-8,-7 11,-2 5,-5 7,-3 3,6 6,1 7,1 14,7 0,4 4,9-2,0 1,5-2,7-8,-23-46,0 0,0 0,32 36,11-11,-43-25,47 14,-2-14,-3-11,-42 11,33-27,-1-7,-7-16,-12 0,-13 50,2-53,-7 3,-3 4,-8 2,-3 4,-8 2,-3 10,-3-3,1 9,9 0,5 5,6-1</inkml:trace>
  <inkml:trace contextRef="#ctx0" brushRef="#br0" timeOffset="61543.84">9363 9550,'0'0,"0"19,0-19,0 34,5 16,9-2,5-9,4-11,-23-28,29 25,-29-25,32 19,-32-19,55 18,-55-18,57 10,-57-10,55-10,-55 10,54-25,-54 25,46-43,-46 43,36-59,-36 59,27-66,-27 66,8-72,-13 7,5 65,-24-63,-18 15,-19 12,0 16,-2 13,9 14,-1 10,-13 9</inkml:trace>
  <inkml:trace contextRef="#ctx0" brushRef="#br0" timeOffset="62041.78">7850 10802,'0'0,"0"0,0 0,0 0,0 14,0 22,6 23,-3 6,-1 11,0 16,5 4,-4 6,2 8,-2 4,-3-12,0-102,2 91</inkml:trace>
  <inkml:trace contextRef="#ctx0" brushRef="#br0" timeOffset="62589.36">8699 10961,'-5'4,"-1"14,-4 7,-2 11,4 10,4 8,1 6,8 2,3 1,-8-63,27 58,5-10,6-12,4-9,-2-9,1-8,-2-10,1-3,-2-4,1-7,-6-3,-4-8,-7-6,-22 31,14-44,-7-12,-9-8,-8 0,-8 5,-4 3,-8 9,-4 7,-2 9,-2 5,1 14,3 0,8 12,7 1,5 10,0 1,8 4</inkml:trace>
  <inkml:trace contextRef="#ctx0" brushRef="#br0" timeOffset="62896.91">9752 10685,'0'0,"0"0,0 0,0 15,0 20,0 23,0 10,0 7,4 18,3-7,-2-3,-5-83,8 92,-8-92,4 100,-4-100,0 0,-9 115</inkml:trace>
  <inkml:trace contextRef="#ctx0" brushRef="#br0" timeOffset="63446.99">7993 12391,'0'0,"0"0,0 0,0 0,0 0,0 21,0 24,0 23,0 1,0 9,0 15,0 3,4-2,2-1,-1-2,-5-91,5 86,7-18,-12-68,11 28</inkml:trace>
  <inkml:trace contextRef="#ctx0" brushRef="#br0" timeOffset="63787.9">9033 12287,'0'0,"0"0,0 12,0 16,0 22,7 5,-7-55,3 73,-1 13,1 24,-1-5,-2-105,0 101,1-11,6-20</inkml:trace>
  <inkml:trace contextRef="#ctx0" brushRef="#br0" timeOffset="64370.05">9565 12514,'0'0,"-8"16,0 18,-4 19,1 12,11-65,-2 76,13 17,7-4,12-22,0-26,0-12,3-8,-33-21,36 14,-36-14,44 6,-44-6,50-3,-3-11,-4-11,-12-3,-5-8,-26 36,17-47,-4-13,-13 60,5-72,-5-5,0 77,-13-95,-9 6,-8 14,-4 17,3 15,-7 11,-5 7,-8 7,-5 11,-1 7,0 9,0 9,1 7</inkml:trace>
  <inkml:trace contextRef="#ctx0" brushRef="#br0" timeOffset="64829.17">8021 14066,'0'0,"0"0,0 0,0 0,-5 16,2 23,-2 20,2 7,3 7,-2 8,2 14,0 2,0 3,0-3,5 2,-5-99,14 100,0-9,1-16</inkml:trace>
  <inkml:trace contextRef="#ctx0" brushRef="#br0" timeOffset="65188.24">8993 13980,'0'0,"0"0,0 11,6 16,5 26,-6 12,0 13,-2 22,-2 6,3 11,-4 9,0 0,0-6,8-18,-8-102,14 102</inkml:trace>
  <inkml:trace contextRef="#ctx0" brushRef="#br0" timeOffset="65481.14">10122 13895,'0'0,"0"0,0 0,0 0,0 0,3 18,6 24,7 35,-2 34,-2 38,-8 42</inkml:trace>
  <inkml:trace contextRef="#ctx0" brushRef="#br0" timeOffset="73680">15662 3091,'0'0,"0"0,0 0,0 0,0 0,0 0,0 11,0 14,0 17,3 2,2 6,-5-50,1 68,-1-68,0 83,-3 22,3-105,0 95,0-95,0 0,13 75,20-19</inkml:trace>
  <inkml:trace contextRef="#ctx0" brushRef="#br0" timeOffset="74064.07">16913 3049,'0'0,"0"0,0 0,0 17,0 18,3 23,3-1,2 9,-8-66,6 74,-1 16,-3-2,-2-88,3 78,-3-1,0-4,0-25,-5-15</inkml:trace>
  <inkml:trace contextRef="#ctx0" brushRef="#br0" timeOffset="74369.8">17894 2974,'0'0,"0"0,0 0,0 0,0 0,0 13,4 24,1 26,-2 16,-3 32,-7 14,-2 7,-13-6,-12-1</inkml:trace>
  <inkml:trace contextRef="#ctx0" brushRef="#br0" timeOffset="79794.3">15778 4421,'0'0,"0"0,0 0,0 0,0 0,0 15,0 11,0 15,0 5,4 4,4 6,-2 5,1 10,-6 4,6 20,-10 4,-2-3,-10-12</inkml:trace>
  <inkml:trace contextRef="#ctx0" brushRef="#br0" timeOffset="80176.09">17039 4521,'0'0,"0"0,0 0,0 0,0 16,0 16,9 23,4 0,4-2,-1 2,-16-55,18 66,-1 3,-3 0,-14-69,16 61,0-2</inkml:trace>
  <inkml:trace contextRef="#ctx0" brushRef="#br0" timeOffset="80703.7">17907 4580,'0'0,"0"0,0 0,0 0,-4 12,0 17,1 17,-2 3,5 3,0-52,3 59,-3-59,12 64,-12-64,27 64,-27-64,0 0,0 0,34 47,-34-47,48 27,-48-27,53 7,-53-7,60-14,-60 14,53-38,-53 38,45-54,-45 54,30-68,-17-6,-18 7,-11 9,-12 8,-11 11,-14 5,-13 13,-5 16,-5 15,-13 12,1 11</inkml:trace>
  <inkml:trace contextRef="#ctx0" brushRef="#br0" timeOffset="83721.33">15871 5922,'0'0,"0"0,0 0,0 0,1 9,12 13,-2 17,3 7,-1 8,0 4,-7 13,-3 10,-3 30,-5 25,5-136,0 134,0-17,8-36,5-39</inkml:trace>
  <inkml:trace contextRef="#ctx0" brushRef="#br0" timeOffset="84833.17">17211 5968,'0'0,"0"0,-6-7,-5-1,-3 0,-3 4,0-1,7 3,-3 2,-3 0,7 7,-7 8,-3 15,3 4,-8 8,24-42,-19 60,19-60,-13 66,13-66,0 72,0-72,18 69,15-6,15-13,-5-15,7-10,-1-9,-3-8,-3-8,-4-6,-1-3,-38 9,40-23,-40 23,0 0,33-38,-33 38,27-51,-27 51,17-59,-16-5,-10 8,-4 6,-13 8,-8 10,-2 8,-4 2,-2 8,4 3,5 8,7 3,13 6,6 6</inkml:trace>
  <inkml:trace contextRef="#ctx0" brushRef="#br0" timeOffset="85207.73">18161 5885,'0'0,"0"0,0 0,0 0,0 10,0 17,0 23,0 9,0-59,4 80,1 24,-1 2,-4-106,-1 105,-2-4,3-101,-7 100,7-100,-14 87,-5-12</inkml:trace>
  <inkml:trace contextRef="#ctx0" brushRef="#br0" timeOffset="88332.93">11554 14701,'0'0,"0"0,0 0,0 0,0 0,0 0,0 0,0 0,0 0,0 0,-5-14,4-10,-4-16,0-3,5-7,-1-7,1-5,-6-9,-1-8,-1-7,8 86,-6-95,-5-6,-2-19,0 1,-4-8,6 3,-1 3,2 1,-1-1,-3 1,6-4,-3-5,3-5,0 0,1 3,4 2,0 4,-4 0,0 3,-1 4,3 4,2 7,5-6,-1 3,-1 3,0 5,3 8,4 7,-2 11,1 7,-6 69,2-61,2 6,-4 55,-4-54,4 54,0 0,0 0,-8-47,-2 8,-2 6,0 16,12 17,-9-11,9 11,-19 4,19-4,-24 16,-6 9,-4 14,-1-3,35-36,0 0,0 0,-29 42,29-42,0 0,-17 35,7-15,12-16,9-13,-11 9,14-20,-14 20,21-31,4-5,2-8,-5 10,-1 9,-7 10,-14 15,19-10,-19 10,25 7,5 11,5 14,6 14,3 7,-44-53,40 75</inkml:trace>
  <inkml:trace contextRef="#ctx0" brushRef="#br0" timeOffset="103647">15916 7346,'0'0,"0"0,0 0,0 0,0 13,5 14,-2 19,1 1,-3 7,-1-54,2 70,-2 13,5 26,-5-109,6 104,6 1,-12-105,21 107,-21-107,35 91</inkml:trace>
  <inkml:trace contextRef="#ctx0" brushRef="#br0" timeOffset="104200.42">17069 7601,'0'0,"-14"6,-8 3,-11 8,11 3,5 8,7 2,2 9,4 11,4-50,7 51,-7-51,19 55,-19-55,33 48,-33-48,44 45,-44-45,0 0,56 29,-56-29,60 12,-60-12,0 0,53-8,-13-22,-13-13,-13 1,-9-1,-10 2,-8 3,-1 1,-3 7,-4 8,4 2,-4 6,7 3,2 1,3 6,5 2,0 0</inkml:trace>
  <inkml:trace contextRef="#ctx0" brushRef="#br0" timeOffset="104707.95">17972 7482,'0'0,"0"0,0 0,0 0,-8 1,-5 11,-5 4,1 4,4 8,4-1,6 7,3 2,7 3,-7-39,14 47,7 6,-21-53,30 50,-30-50,31 47,12-8,-1-11,-2-6,-1-11,-2-4,-7-10,0-3,-8-6,-22 12,26-21,-26 21,25-31,-25 31,23-55,-23 55,15-63,-14-3,-9 5,-9 8,-12 8,-10 5,-9 11,-8 8,-3 14,-3 10,2 5</inkml:trace>
  <inkml:trace contextRef="#ctx0" brushRef="#br0" timeOffset="106043.95">16123 8960,'0'0,"-23"0,-6 0,-15 8,1 10,4 8,0 4,2 8,37-38,-36 52,6 12,9 4,12-2,10-6,-1-60,17 60,17-9,-34-51,46 50,-46-50,58 39,13-14,2-14,-73-11,71 0,-71 0,70-11,-3-11,-8-4,-3-8,-11-3,-45 37,34-45,-34 45,22-57,-22 57,1-72,-12 0,-10 8,-5 8,-4 8,-2 5,-1 8,-4 8,-7 10,1 6,-2 8,0 11,1 13,11 6,6 3,3-2</inkml:trace>
  <inkml:trace contextRef="#ctx0" brushRef="#br0" timeOffset="106364.53">17287 8982,'0'0,"0"0,0 10,0 14,0 20,0 6,0 7,0-57,0 75,0 27,-4 4,4-106,0 0,-7 108</inkml:trace>
  <inkml:trace contextRef="#ctx0" brushRef="#br0" timeOffset="106718.1">18276 8893,'0'0,"0"0,0 0,0 17,0 22,0 14,7 5,-7-58,11 59,-11-59,13 67,-13-67,0 0,14 66,-2-7,-2-6,0-16</inkml:trace>
  <inkml:trace contextRef="#ctx0" brushRef="#br0" timeOffset="107766.03">16238 10465,'0'0,"0"0,0 0,0 0,0 0,0 0,-7-8,-3 0,-5-6,0 3,2 2,-2 1,-1 7,-8 2,-4 7,-1 5,-5 6,-10 8,44-27,-48 41,1 10,1 14,-3 19,12 9,14 13,12-12,11-94,3 81,14-10,17-13,-34-58,40 44,-40-44,51 30,-51-30,70 20,7-11,13-9,-9-6,-81 6,66-21,-16-5,-50 26,45-36,-7-14,-38 50,32-65,-32 65,25-75,-25 75,16-100,-12-1,-13 21,-2 21,-3 17,-2 3,-4 8,0 9,-5 5,-2 3,-4 1,2 1,9 1,6 0,-4 6</inkml:trace>
  <inkml:trace contextRef="#ctx0" brushRef="#br0" timeOffset="108114.9">17448 10337,'0'0,"0"0,0 16,0 16,0 18,-6 5,5 10,-2 11,-2 14,5-3,0-87,-3 89,3-89,0 0,0 110</inkml:trace>
  <inkml:trace contextRef="#ctx0" brushRef="#br0" timeOffset="108626.15">18435 10381,'0'0,"0"0,0 0,-8 9,-3 13,-8 15,3 4,1 15,15-56,-7 59,7-59,7 61,-7-61,22 59,-22-59,36 49,-36-49,47 34,-47-34,51 17,-51-17,52 0,-52 0,46-23,-46 23,33-45,-6-16,-14-10,-13 6,-11 1,-11 8,-12 6,-2 9,-15 9,-2 7,-9 14,-3 8,4 17</inkml:trace>
  <inkml:trace contextRef="#ctx0" brushRef="#br0" timeOffset="109500.69">16264 11833,'0'0,"0"0,-13 0,-8 7,-16 9,5 10,4 7,0 14,1 11,3 4,6 4,9 7,8-1,7-3,10-1,-16-68,25 61,13-6,-38-55,50 48,3-9,-1-11,2-14,-8-12,-1-12,-45 10,46-23,-46 23,43-42,-4-14,-39 56,32-80,-32 80,24-116,-24 116,11-159,-21 10,-13 43,-11 46,0 24,-1 11,-6 15,3 4,3 6,5 6,12-2,0 4</inkml:trace>
  <inkml:trace contextRef="#ctx0" brushRef="#br0" timeOffset="110025.21">17640 11755,'0'0,"-8"4,-9 9,-5 5,1 7,-1 0,-4 7,-2 16,28-48,-25 62,7 12,4 30,14-104,7 104,-7-104,30 82,-30-82,53 51,-53-51,68 30,-68-30,64 10,-7-15,-9-13,-6-5,-11-8,-31 31,25-46,-6-19,-11-2,-5-9,-9-10,-6 5,-6 9,-6 20,-1 12,-8 5,-4 11,3 5,4 12,9 6,3 2</inkml:trace>
  <inkml:trace contextRef="#ctx0" brushRef="#br0" timeOffset="110324.03">18729 11576,'0'0,"0"0,0 15,0 19,4 17,0 9,-4-60,5 79,-4 23,1 4,-2-9,0-5,0-92,0 95,0 5</inkml:trace>
  <inkml:trace contextRef="#ctx0" brushRef="#br0" timeOffset="111201.07">16378 13540,'0'0,"0"0,-14-4,-13 1,-12-1,1 2,-1 8,5 13,2 12,0 8,4 12,6 16,3 11,8 22,11 8,0-108,20 90,-20-90,42 66,-42-66,64 48,14-20,1-15,-12-13,-12-7,-55 7,55-22,-1-6,0-14,-10-3,-44 45,38-56,-38 56,27-73,-4-27,-20-6,-13 20,-11 22,-6 18,-6 14,-11 4,-4 10,-4 8,3 7,3 4,8 1,6 5,12 3</inkml:trace>
  <inkml:trace contextRef="#ctx0" brushRef="#br0" timeOffset="111714.93">17506 13380,'0'0,"0"0,0 0,0 0,0 0,-7 17,2 16,-17 27,-8 6,2 3,4 7,0 24,24-100,-8 117,19-3,11-28,12-33,-6-27,9-7,2-10,12-4,2-10,5-7,-1-12,-5-7,-52 31,44-40,-44 40,41-59,-11-13,-9-23,-9-10,-20 16,-12 17,-17 16,-2 15,-4 7,-1 4,-4 7,2 6,6 0,6 9,11 1,8 3</inkml:trace>
  <inkml:trace contextRef="#ctx0" brushRef="#br0" timeOffset="112227.15">18415 13415,'0'0,"-7"15,7-15,-12 28,-3 9,-3 8,1 10,5 11,12-66,-8 79,8 15,16-5,-16-89,24 66,12-23,-36-43,46 32,-46-32,57 20,-57-20,68 9,-68-9,65-6,-65 6,60-23,-15-19,-45 42,32-59,-11-14,-10-22,-11 95,-4-99,-13 4,-5 16,-5 13,-3 24,0 5,-16 10,-11 7,-12 11,-15 10,-30 16</inkml:trace>
  <inkml:trace contextRef="#ctx0" brushRef="#br0" timeOffset="139542.74">19363 3263,'0'0,"0"0,0 0,0 0,0 0,0 0,0 0,0 0,0 0,0 0,0 0,0 0,0 0,8 0,7 0,13 0,2 0,-1 6,2-4,-2-1,-6-1,6 0,-29 0,31-1,-31 1,45-2,-45 2,63-8,3 2,-66 6,73-9,-3 1,-2 0,-68 8,66-9,-2-1,1 1,-65 9,0 0,60-6,-60 6,59-5,-3 1,-8 2,-9 2,-13 0,-5 2,-21-2,0 0,0 0,14 4,-14-4,0 0,0 0,21 11,-21-11,0 0,14 20,-14-20,0 0,0 0,16 34,-16-34,0 0,8 49,-8-49,6 70,-3 1,2 2,-5-73,4 73,-2-1,1 9,-3 14,0-95,-1 103,-6 20,0-3,-5-10,4-16,2-8,2-5,8 2,-1 1,4-1,-4 6,6 3,1 7,-4 11,-4 0,-2 3,-2-1,0 6,-1 4,6 8,-1-4,4 5,3-5,-6 1,4 2,-2 0,-2 3,-3 2,0 6,-1 13,1-3,-2 2,-3-2,-2 2,-3 5,2-4,-3-1,8-2,3-3,2 1,-1 1,-1 1,0-3,5-2,-1-1,-2-4,1 0,9-2,-2 1,1-4,-6-3,3 4,0 3,-2 3,-1-1,2-6,-1-10,5 0,2-5,-3-3,2-14,0 1,1-1,-2-2,-5 3,4-2,-6-2,1-5,2-13,-1-5,6-2,-4 0,-8-75,12 75,-3-2,0 1,-9-74,9 57,-9-57,10 58,-10-58,12 68,-4-2,-8-66,10 66,0-10,1-6,-11-50,13 48,-13-48,9 46,-1-3,-8-43,5 41,-5-41,0 0,0 0,6 35,-1-2,-5-7,0-26,0 0,1 25,-1-25,0 25,0-25,4 22,-4-22,1 24,1-6,-1-2,-1-5,0-11,0 0,0 12,0-12,0 0,0 0,-4 11,4-11,0 0,-16 11,16-11,0 0,-26 8,26-8,-34 8,34-8,-43 0,-7-3,0-2,3-3,-1 0,48 8,-50-10,50 10,-58-7,58 7,-72-7,-10 7</inkml:trace>
  <inkml:trace contextRef="#ctx0" brushRef="#br0" timeOffset="146621.88">22788 8242,'0'0,"0"0,-5-6,3-3,-2-3,-1-4,5-1,-3-4,6 3,2-4,7-6,10 2,-2 1,-20 25,27-30,-27 30,38-36,6-7,3 2,-4 2,0 7,-43 32,48-26,-48 26,0 0,51-21,-51 21,60-7,-60 7,60 7,-60-7,49 21,-49-21,38 40,-38-40,27 57,-14 10,-9 2,-5-5,-8-4,-9-1,-2 1,-6-4,-5 3,-6-3,-1 4,-6 0,-14 18,0-1,3-2,3-7,-1-7,6-5,47-56,-36 48,36-48,0 0,0 0,-32 39,32-39,0 0,0 0,-22 38,22-38,0 0,-3 31,3-31,24 22,-24-22,41 9,17-6,-58-3,72-3,-3-9,2 0,-4-1,-6-3,-61 16,64-18,-8-3,-8-5</inkml:trace>
  <inkml:trace contextRef="#ctx0" brushRef="#br0" timeOffset="147626.12">23749 7268,'0'0,"-5"-14,2-4,-3-11,-3 1,6 3,-2 0,3 3,2 1,3 2,2-2,7 1,6 0,4 4,-22 16,30-14,-30 14,35-14,-35 14,0 0,55-10,-55 10,0 0,60-2,-60 2,52 17,-52-17,43 34,-16 15,-14 2,-10 1,-8-4,-11 0,-6-4,-5-1,-6-2,3-2,-2-8,7-4,8-10,1-1,6-4,2-4,1-2,7 2,3-4,6-2,7 1,-16-3,19 1,-19-1,28 2,-28-2,35 11,-35-11,35 13,12 7,-9 3,-4-2,-8-4,-8 0,-4-1,-6-1,-5 1,-6 2,-7 0,-10 2,-2 2,-5-3,-3-2,-5 3,-7-7,-1-1,-3-3,-4-3,-1 1,-8-1,-7 2</inkml:trace>
  <inkml:trace contextRef="#ctx0" brushRef="#br0" timeOffset="171474.05">26663 3926,'0'0,"0"0,-5-8,-4 2,1-4,3 7,5 3,5 3,-5-3,3 3,-8 10,-3 15,-1 14,3 5,4 0,-3-2,-3 0,4 1,4 3,0-49,0 63,0 7,0 6,0 22,-2 10,-2-3,2 1,-1-2,1 2,2 2,2 1,1 3,-1 2,2-3,-2 2,-2 2,0 2,0 15,-2 5,2 5,0-3,3 0,7-2,-2 5,-2 0,-3 5,-3-2,0 2,-4-1,-3 2,1-3,1-3,3 1,4-1,6-1,6-7,-3-11,-1-3,-4-5,2-10,-5-8,2-2,1-6,2-10,0-4,-8-75,0 0,0 0,3 56,0-28</inkml:trace>
  <inkml:trace contextRef="#ctx0" brushRef="#br0" timeOffset="173657.64">26829 3968,'0'0,"-6"-6,-4-7,-7-10,4 2,4 4,3 8,-1-4,2 7,2-2,6 5,5 0,2 0,7 6,5 0,4 0,8 5,-1-2,6 4,-39-10,56 11,6 1,-62-12,73 11,28 0,21-2,-2 2,-8 0,-9-1,-2-1,-3 0,-1-1,4 0,0-2,7 4,-5-1,7 0,-2 2,-1-6,1 1,1-2,-2 0,2-1,-3 2,-2-1,-4 1,-5-2,-6-1,-6 2,-2-2,0 3,-7-2,-74-3,76 0,-10 0,-12 0,-54 0,0 0,0 0,41 0,-41 0,0 0,0 0,37 9,-37-9,0 0,0 0,23 13,-23-13,13 23,-13-23,9 34,-9-34,0 43,0-43,-9 63,-7 6,-1 0,4-2,13-67,-14 71,1 7,-6 24,5 11,-2-6,2-11,-6 1,2-7,-1 6,0 0,0 13,-3 0,0 2,4 3,6 3,-1 11,2 2,0-3,0 0,0 4,-3-2,7-3,2-1,5-4,2 2,0 0,-2-4,-2 2,4-3,-1 1,-1 0,5-4,0-7,4-2,1-2,-1 2,4-6,-5-2,-2-5,2-9,1-8,-9-76,13 82,-13-82,22 90,-22-90,18 99,-18-99,23 97,-7-16,-3-22,-13-59,11 39,-11-39,6 31,-1-5,0-11,-4-1,1-3,-2-2,0-2,0-2,0-5,0 0,-2 2,-6-2,8 0,-17 0,17 0,-27-2,27 2,-43-3,43 3,-68-4,68 4,-83-5,-31 1,-8-1,11 5,111 0,-105-2,105 2,-116-4,-7-1,4-3,20 5,7 0,9 1,3 2,2 0,-4 2,0-2,0 3,-7-3,89 0,-101 6,-8 1,0-4,109-3,-100 2,4-4,-2-1,6 1,92 2,-84-1,-1 1,85 0,-88 1,-1 1,89-2,-96 7,-1 0,97-7,-96 11,96-11,-102 12,102-12,-98 16,98-16,-90 15,24-4,22-3,44-8,-32 3,0 0</inkml:trace>
  <inkml:trace contextRef="#ctx0" brushRef="#br0" timeOffset="174514.94">27041 7842,'0'0,"0"0,0 0,0 11,-5 14,4 18,-3 10,1 4,6 11,1 9,2 22,2-2,4 6,-12-103,5 101,0-2,-5-99,0 0,0 90,-5-20</inkml:trace>
  <inkml:trace contextRef="#ctx0" brushRef="#br0" timeOffset="174814.23">27084 8082,'0'0,"6"-6,-6 6,8-14,10-8,0-3,8 3,-1 5,3-2,-28 19,35-15,-35 15,0 0,0 0,38-11,0 6</inkml:trace>
  <inkml:trace contextRef="#ctx0" brushRef="#br0" timeOffset="175061.84">27169 8289,'0'0,"0"0,4 0,8 3,2 2,3-1,3-4,-3-6,6-3,-5 0,4 3,-5-1,1 2,1 3,-6 9,-4 9,-9 13,-9 4,-3 2</inkml:trace>
  <inkml:trace contextRef="#ctx0" brushRef="#br0" timeOffset="175268.9">27210 8843,'0'0,"0"0,0 0,0 0,0 0,8 0,16 0,14 0,5 0,-4-6,-1-3,-5-7</inkml:trace>
  <inkml:trace contextRef="#ctx0" brushRef="#br0" timeOffset="176149.91">27708 8461,'0'0,"0"0,0 0,0 14,0 13,5 13,3 4,3 1,-5-1,4-7,-10-37,0 0,0 0,3 39,-3-39,0 0,0 0,5 27,-2-12,-1-15,-4-6,-1-5,-2-5,3-4,1-3,-1 1,2-4,3-1,7 2,2 3,3-1,2 4,-1 8,-2 0,-1 5,2 3,-2 6,3 3,0 5,-2 8,-3 3,-11-22,12 27,-12-27,7 39,-7-39,11 54,-11-54,0 0,13 50,-13-50,22 34,-22-34,30 9,-3-20,-27 11,32-27,-32 27,0 0,38-48,-38 48,0 0,0 0,31-54,-31 54,0 0,0 0,22-48,-22 48,5-32,-5 32,0-6,0 6,-3 13,3-13,0 37,1 5,11 8,2-13,-3-14,4-13,8-7</inkml:trace>
  <inkml:trace contextRef="#ctx0" brushRef="#br0" timeOffset="176541.94">28366 8649,'0'0,"0"0,0 0,2 9,9 9,6 9,3-4,1-6,1 0,0-1,2-5,0-5,1-3,2-6,-5-3,-4-3,-3-2,-3-3,-4-2,-1-2,-7-2,-7-1,-5 1,-10 2,-3 3,-5 5,-5 3,2 2,5 8,3 1,8 3,1 1,6 0,8-1</inkml:trace>
  <inkml:trace contextRef="#ctx0" brushRef="#br0" timeOffset="177461.3">28918 8280,'0'0,"0"0,0 0,0 15,0 25,0 14,0-1,8-3,-8-50,0 0,14 53,-14-53,0 0,21 56,-21-56,0 0,0 0,22 55,-22-55,0 0,0 0,20 50,-20-50,0 0,11 29,-12-27,1-2,-10-12,-7-7,-1-4,-5 7,-1 2,24 14,-22-4,22 4,-21 9,21-9,0 0,-25 20,25-20,-14 30,11 2,10 0,6-8,4-5,4-3,4-7,2-6,8-3,-35 0,38-6,9-12,-47 18,50-27,-50 27,48-39,-48 39,0 0,37-47,-37 47,22-50,-20 2,-9 12,-4 11,0 9,-2 7,-1 4,0 10,14-5,-11 11,11-11,-10 28,10-28,-1 36,2 6,11 4,6-5,-18-41,0 0,29 32,-29-32,38 16,6-14</inkml:trace>
  <inkml:trace contextRef="#ctx0" brushRef="#br0" timeOffset="177787.94">29451 8556,'0'0,"0"0,0 0,0 0,1 2,17 12,2 6,3 5,-5 0,0 8,-18-33,16 37,-16-37,0 0,0 0,6 46,-6-5,-8-16,0-14,0-11,0-7,2-9,-1-9,3-9,4-4,9-15,12 1,4-2,2-2</inkml:trace>
  <inkml:trace contextRef="#ctx0" brushRef="#br0" timeOffset="197309.01">26848 10881,'0'0,"0"0,0 0,0 0,0 10,0 14,0 10,0 3,3 3,2 7,-5-47,5 59,-2 15,6 7,-6 17,-1-7,1-2,-1-2,1-3,8 0,-5 0,2 4,-4 5,2 4,-3 1,0 11,3 7,-1-1,-5 7,5 9,-2 8,4 0,-1-10,0-12,-3 4,5 1,-1 8,5 1,-4 7,0 9,-3-3,-2-2,-1-1,4-3,2-5,-2-15,-3-9,-1-12,0 1,-1-5,2-5,-3-9,2-4,-2-75,0 0,0 0,4 60</inkml:trace>
  <inkml:trace contextRef="#ctx0" brushRef="#br0" timeOffset="199348.27">26995 10871,'0'0,"0"0,0 0,8-5,17 3,10-4,-5 0,5 1,1-1,7 4,-43 2,56-3,14 0,11 3,14-1,-5-6,2-2,-7-2,5-3,0 3,7 2,4 1,5 2,-3-1,3 0,1 5,3-2,2 4,-2 2,-2 2,2 2,-2-5,1 1,0 1,-3-6,-5 1,-6 2,-16 0,-79 0,84 5,-84-5,87 3,-87-3,97 10,-97-10,88 7,-88-7,0 0,0 0,76 11,-22 0,-17 0,-17-1,-5-2,-7 7,0 1,-2 3,-6-19,5 29,-3 2,-1 9,-1 10,0-50,0 53,0-53,0 65,-1 13,1-78,1 109,7 12,0 7,3-18,-8-14,2-6,-2-1,2 3,-3 2,1 1,3-4,-4-1,1 3,-2-2,6 2,-1-3,4 3,6 2,-4-1,2 1,-2-5,1 1,-1 7,-3 10,5 2,-6 2,-1 6,-4 6,-5 10,1-10,2-2,10-11,-11-111,13 107,1-4,-1 0,-13-103,11 93,1-12,-12-81,8 86,-8-86,13 89,-13-89,11 95,-3-7,-8-88,0 81,0-81,-3 73,-5-19,8-54,0 0,-14 45,-1-5,-5-9,20-31,0 0,-19 17,-2-9,-5-4,-3 0,29-4,-33-4,33 4,-46-1,46 1,-63-9,63 9,-78-15,-27 1,105 14,-128-15,1 4,5 6,122 5,-115-4,10 1,4 1,6 2,12 0,2 2,0 2,-1 2,0-4,-1 1,0-6,-4 1,2-1,-3 0,3 2,-2-2,-1 1,2-3,-4 1,6 0,-3-4,87 8,-88-9,-2 1,90 8,-95-12,95 12,-97-6,-8 0,105 6,-103-5,103 5,-100 0,0 5,100-5,-90 3,90-3,0 0,-79 0,3-7</inkml:trace>
  <inkml:trace contextRef="#ctx0" brushRef="#br0" timeOffset="200001.6">27583 12482,'0'0,"0"0,0 0,0 14,0 17,0 19,0 0,3 3,2 6,-2 6,1 4,-1 12,5 13,-4 1,-2-6,1-5,2-5,1-3,-1-7,-5-69,0 0,0 0,0 46,-5-12</inkml:trace>
  <inkml:trace contextRef="#ctx0" brushRef="#br0" timeOffset="200493.91">27564 12733,'0'0,"0"-16,0-9,0-11,7 0,7 5,2 8,6 3,1 4,-23 16,34-14,-34 14,39-9,-39 9,65-2,-65 2,65 9,-65-9,62 19,-62-19,47 39,-15 11,-18 11,-5 3,-13 4,-6 1,-6 2,-9-5,1-3,-4-6,1-7,27-50,-35 50,35-50,-41 50,41-50,-49 55,0-6,49-49,0 0,-54 35</inkml:trace>
  <inkml:trace contextRef="#ctx0" brushRef="#br0" timeOffset="201045.84">28064 13202,'0'0,"0"0,0 0,0 0,13 0,9 0,16-4,-4 2,-7-10,-1 3,-1-7,-4 0,-5-2,-2 2,-2-4,-12 20,16-22,-16 22,0 0,6-26,-6 26,0 0,-3-26,-11 2,-7 13,-7 7,1 8,-3 7,3 7,5 7,1 3,3 1,3 3,1 0,5 2,5-1,4 2,4-3,7 0,6-3,2-4,7 0,0-7,-26-18,32 7,4-10,8-8</inkml:trace>
  <inkml:trace contextRef="#ctx0" brushRef="#br0" timeOffset="201339.82">28559 13093,'0'0,"-13"5,-4 9,1 6,4 7,5 3,2 6,2 10,3-46,3 61,-3-61,10 63,-10-63,20 57,-20-57,37 28</inkml:trace>
  <inkml:trace contextRef="#ctx0" brushRef="#br0" timeOffset="201772.81">28777 13166,'0'0,"-8"9,2 9,-2 7,3-2,1 7,4 4,4 2,7 0,5-7,5-5,-1-9,-1-5,0-7,3 0,-6-8,6-1,-6-5,3-3,-6-5,-1-3,-4-6,-6-3,-4-1,-6-2,-6 2,-5 1,-5 1,-1 5,-3 5,7 4,-3 7,9 2,5 5,2 2</inkml:trace>
  <inkml:trace contextRef="#ctx0" brushRef="#br0" timeOffset="202734.97">29213 12692,'0'0,"0"12,0 11,0 15,0 3,0 4,0 2,0-47,5 57,-5-57,11 62,-11-62,16 67,0-8,3-9,-19-50,0 0,16 48,-16-48,0 0,0 0,15 46,-15-46,0 0,0 0,10 35,-5-18,-5-13,-5-6,-8-7,13 9,-20-11,20 11,-27-14,-5 5,-1 4,3 5,30 0,-25 12,25-12,0 0,-18 22,6 12,7 0,8-7,5-2,8-4,4-9,1 0,4-4,5-6,-30-2,35-2,-35 2,41-11,-41 11,51-24,-51 24,52-35,-8-2,-6-6,-14 4,-7 3,-17 36,5-34,-5 34,0 0,-5-27,5 27,0 0,0 0,-18-23,18 23,0 0,-26-14,26 14,-19 3,3 15,16-18,-3 27,3-27,2 34,-2-34,15 37,6 6,3-7,-24-36,0 0,30 30,-30-30,36 13,2-9,-14-11,-4-2,2 0</inkml:trace>
  <inkml:trace contextRef="#ctx0" brushRef="#br0" timeOffset="203106.59">29729 13089,'0'0,"0"0,0 0,0 0,0 0,0 0,14 0,11 9,10 9,-8 9,-9 1,-4 2,-5 3,-9-33,5 41,-5-41,0 0,0 0,0 50,0-50,0 0,0 0,-8 36,-3-17,3-13,2-8,1-10,8-8,4-11,2-13,18-19,3-12,14-25,-1-10</inkml:trace>
  <inkml:trace contextRef="#ctx0" brushRef="#br0" timeOffset="-120149.51">27191 5167,'0'0,"0"0,0 0,0 0,3-6,13-8,2 1,4-1,-8 5,8 1,-1 7,-4 2,4 2,-4 4,4 2,-3 6,-3 4,2 3,-1 6,-16-28,9 34,-4 4,-5 20,-11 1,-3 0,-10 11,-4-1,-9 17,37-86,-41 82,41-82,0 0,0 0,-35 75,8-18,17-22,8-13,5-10,8-4,5-3,11-3,5-4,4-3,3 0,9-7,1 0,-5-7,-3-3</inkml:trace>
  <inkml:trace contextRef="#ctx0" brushRef="#br0" timeOffset="-119531.52">27727 4866,'0'0,"0"0,0 0,0 11,0 14,8 19,3-2,-3-1,3 2,-5-4,-6-39,0 0,0 0,7 34,-7-34,0 0,3 17,-3-4,0-10,0-6,5-8,1-1,2-9,3-4,6-3,-1 0,6-2,0 1,2-1,8 0,-32 30,36-19,-36 19,38-10,-38 10,40 10,-4 19,-9 18,-7 8,-2 2,-18-57,0 0,29 61</inkml:trace>
  <inkml:trace contextRef="#ctx0" brushRef="#br0" timeOffset="-119244.58">28744 5081,'0'0,"0"0,0 0,-6 14,4 16,-3 16,4 8,2 5,4 7,5 8,4 1,-3 11,0-5,-7-2,-7-6,3-73,-6 54,-10-4</inkml:trace>
  <inkml:trace contextRef="#ctx0" brushRef="#br0" timeOffset="-118644.71">28493 5811,'0'0,"0"0,0 0,0 0,9-7,18 0,12-4,3-5,0 0,-42 16,46-16,-46 16,58-16,-58 16,65-9,-65 9,0 0,65 0,-11 16,-13 7,-11 2,-8-2,-9-7,1-5,-1-2,1 0,0-2,-14-7,0 0,0 0,19 4,-19-4,0 0,30 0,6-4,1-5,-5-6,-6 0,-2-1,-10 1,-4-6,-8-2,-2 23,-12-27,-11 2,-17 2,-12 5,52 18,-54-10,54 10,-58 3,58-3,-59 19,7 17,3 12,10 4</inkml:trace>
  <inkml:trace contextRef="#ctx0" brushRef="#br0" timeOffset="-117973.7">27926 6777,'0'0,"0"0,0 12,7 15,4 18,3 4,-1 1,-13-50,15 52,-15-52,0 0,10 59,-10-59,0 0,0 0,8 56,-8-56,0 0,3 38,-3-38,6 2,2-16,4-12,3-2,6-4,-1 1,6 5,-26 26,0 0,28-20,-28 20,36-6,4 14,7 21,-12 12,-2 6,-33-47,24 59,-5 8,-13-2</inkml:trace>
  <inkml:trace contextRef="#ctx0" brushRef="#br0" timeOffset="-110993.4">24347 4030,'0'0,"0"0,0 0,0 0,0 0,0 0,0 0,0 0,0 0,0 0,0 0,1 0,15 0,8 0,3 5,-2-2,-1 0,1-1,-3 1,0-3,-2 0,2 0,-22 0,0 0,26 0,-26 0,38 0,-38 0,56 4,4-2,-2-2,-58 0,60 0,-60 0,63 0,-63 0,72 0,-72 0,74 3,-74-3,101 1,9 5,-110-6,102 4,-19 1,-83-5,78 4,-11-2,-67-2,63 3,-8-1,-55-2,57 4,-57-4,60 2,-60-2,68 5,0-2,-68-3,70 6,-70-6,0 0,71 3,-71-3,74 5,-74-5,0 0,91 2,-91-2,0 0,94 4,-94-4,97-3</inkml:trace>
  <inkml:trace contextRef="#ctx0" brushRef="#br0" timeOffset="-107829.98">29939 6702,'0'0,"0"0,0 0,0 0,0 0,0 0,14 0,18 0,17 0,8 0,5 0,6 0,6 0,22-5,2 0,4-1,0-1,3-4,-1-4,-3 3,-6 0,-8 3,-4 5,-1 1,0 1,0 4,-3-2,0 5,-79-5,81 4,-11 1,-70-5,56-2</inkml:trace>
  <inkml:trace contextRef="#ctx0" brushRef="#br0" timeOffset="-107201.14">30674 6025,'0'0,"-6"3,-2 7,-6 8,4 4,7 9,5 2,4-2,7 2,4-4,4-2,3-6,-24-21,0 0,30 16,-30-16,0 0,30 10,-30-10,0 0,42-7,4-10,-16-12,-6-1,-16 0,-6 1,-6-3,-7 3,-4 4,-6 3,-3 3,-3 7,2 4,7 6,4 2,3 4,9-1</inkml:trace>
  <inkml:trace contextRef="#ctx0" brushRef="#br0" timeOffset="-106779.71">31141 6031,'0'0,"-6"16,-1 12,-2 9,4 0,10-5,11-4,7-9,2-7,-2-3,4-6,-2 1,3-4,-28 0,32-4,-32 4,0 0,32-10,-4-9,-6-4,-14-4,-5 0,-11 1,-9 1,-3 2,-8 4,0 4,4 2,2 0,3 7,7 3,5 3,7 3,8-3</inkml:trace>
  <inkml:trace contextRef="#ctx0" brushRef="#br0" timeOffset="-106413.18">31528 6011,'0'14,"0"6,0 7,10-3,3 2,5-8,3-2,-2-7,6 2,0-2,2 1,-27-10,0 0,32 4,-32-4,35-4,-35 4,38-17,-38 17,44-28,-44 28,27-38,-18-4,-17 3,-12 8,-7 9,-14 6,-18 7,-6 8</inkml:trace>
  <inkml:trace contextRef="#ctx0" brushRef="#br0" timeOffset="-98915">24344 4960,'0'0,"0"0,-6 0,-7 0,-6 0,0 0,1-5,4 2,0-2,0 1,1 4,8-2,-1 2,4 0,4 0,4 0,2 0,3 0,4 2,-1-2,0 3,2-2,1-1,2 3,0-3,3 2,5 1,3-1,3-2,1 0,-1-2,-33 2,38-3,-38 3,57-5,-57 5,65-1,4 1,-69 0,71 1,-71-1,73 0,4 3,-77-3,102 0,7 0,-109 0,104 2,-104-2,97 8,-4 0,-93-8,84 7,-84-7,82 6,-1-1,-81-5,78 5,-78-5,78 5,-78-5,84 4,-10 3,-74-7,73 9,-73-9,61 4,-61-4,0 0,62 5,-62-5,73 4,-73-4,71 5,3-5,-9-3</inkml:trace>
  <inkml:trace contextRef="#ctx0" brushRef="#br0" timeOffset="-96479.39">30662 6931,'0'0,"-11"0,11 0,-21 0,-6 0,5 9,5 7,6 4,1 4,7 0,-5 5,8 4,8 2,-8-35,13 36,-13-36,25 44,-25-44,38 39,-38-39,49 24,-49-24,49 13,-49-13,0 0,42-3,-5-19,-13-4,-16-1,-7-1,-6-1,-12 2,0 2,-4 3,1 5,2 2,6 7,5 0,9-2</inkml:trace>
  <inkml:trace contextRef="#ctx0" brushRef="#br0" timeOffset="-96017.73">31092 6992,'0'0,"-5"14,1 8,-6 12,5-4,0-1,2-1,3 0,8-2,5-3,9-6,0-8,5-2,-5-2,-22-5,32 0,-32 0,42-5,-42 5,0 0,50-17,-50 17,0 0,40-28,-16-9,-13 0,-16 0,-7 10,-6 4,-5-1,-6 7,-2 1,1 5,3 4,3 5,8 2,1 2,8 1</inkml:trace>
  <inkml:trace contextRef="#ctx0" brushRef="#br0" timeOffset="-95785.68">31623 6917,'0'0,"0"0,0 0,-3 14,1 15,-4 20,1 2,5 7,-3 10,3-68,0 97</inkml:trace>
  <inkml:trace contextRef="#ctx0" brushRef="#br0" timeOffset="-91152.75">30198 5691,'0'0,"0"0,0 0,0 0,0 0,8 0,16 0,9 0,-1 0,4 0,9 0,-45 0,58 4,10 3,11 1,11-2,-5-2,1-2,0 1,-3-3,4-3,0 1,-1-2,2 1,1 1,1 2,-2 0,-88 0,90 2,-90-2,92 5,0 6</inkml:trace>
  <inkml:trace contextRef="#ctx0" brushRef="#br0" timeOffset="-90476.95">29925 7874,'0'0,"0"0,8 0,17 0,12 0,1 0,4 0,6-5,-48 5,61-2,9-6,9 0,-79 8,101-11,3 2,-1-1,-9 1,-11 3,-2 0,-2 1,-3 2,1-3,-5 3,-72 3,58-5,-58 5,0 0,62 3,-62-3,63 4,-63-4,52 15</inkml:trace>
  <inkml:trace contextRef="#ctx0" brushRef="#br0" timeOffset="-88196.59">31264 5249,'0'0,"-6"13,3 15,-7 13,4 2,1-2,4-7,4-5,6-3,2 2,-11-28,0 0,24 25,3-3,-27-22,0 0,41 17,-41-17,52 14,-52-14,57 0,-57 0,59-10,-59 10,55-24,-55 24,0 0,44-35,-44 35,0 0,27-45,-27 45,16-56,-16 56,3-62,-3 62,-3-57,-13 3,0 8,-6 11,3 5,-1 11,-4 2,-3 6,2 2,-1 4,-2 7,-1 4,-2 8,1 6,3 2,3 0</inkml:trace>
  <inkml:trace contextRef="#ctx0" brushRef="#br0" timeOffset="-87318.99">32254 6486,'0'0,"-6"0,-7 7,-9 4,-2 3,8 4,2 0,3 0,1 7,-2 5,12-30,-8 39,8-39,-7 56,7-56,0 0,4 62,-4-62,0 0,14 61,-14-61,0 0,32 52,-32-52,0 0,47 39,-47-39,0 0,55 26,-55-26,60 8,-60-8,0 0,53-8,-53 8,0 0,47-26,-47 26,0 0,33-41,-9-12,-10 0,-7 5,-4 4,-8 3,-6 7,-3 5,-4 4,-4 3,-3-2,-3 6,0 5,0-1,1 5,0 3,-1 6,4 4,-2 6</inkml:trace>
  <inkml:trace contextRef="#ctx0" brushRef="#br0" timeOffset="-86530.74">31160 7999,'0'0,"0"0,0 0,0 0,0 0,0 0,0 0,0 8,5 16,1 7,-1 6,4-1,-6 5,0 2,-3-43,0 53,0-53,5 67,2 2,-1-10,0-14,-6-45,0 49,-6 0</inkml:trace>
  <inkml:trace contextRef="#ctx0" brushRef="#br0" timeOffset="-63393.83">25038 12282,'0'0,"0"0,0 0,0 0,0 0,0 0,8-6,9-2,11 0,-5 4,7-3,6 6,2 1,5-2,-43 2,50 0,-50 0,65 0,11-3,16 1,-92 2,89-4,1-1,4 2,-7 0,-3 0,-8 1,3 1,-79 1,88 0,7 0,0 0,-5 0,-90 0,86 0,-1 0,-85 0,90 0,-6 3,-84-3,82 7,-14 4,-25 4</inkml:trace>
  <inkml:trace contextRef="#ctx0" brushRef="#br0" timeOffset="-62715.67">25373 13495,'0'0,"0"0,0 0,10 0,15 0,13 0,4 0,4 0,-46 0,60 0,9 0,9-5,9 1,-3-2,-84 6,94-3,6-6,0-3,-2-2,-8 2,-8 0,-82 12,91-13,5-1,2 0,-9 5,-89 9,81-10,-81 10,83-8,-83 8,0 0,102 0</inkml:trace>
  <inkml:trace contextRef="#ctx0" brushRef="#br0" timeOffset="-62065.39">25232 14214,'0'0,"0"0,0 0,11 0,10 0,14 0,2 0,3 0,6 0,-46 0,57 0,15 0,6 0,11 0,-2 0,-1-6,1 0,1-7,0-5,-6-3,0 3,1-5,5 5,-1-1,0 10,0 1,-3 5,3 1,-2 0,-12 2,-5 2</inkml:trace>
  <inkml:trace contextRef="#ctx0" brushRef="#br0" timeOffset="-61273.67">24470 12170,'0'0,"-16"0,-6 0,-6 0,5 0,5 0,6 6,0 8,7 3,0 8,2 3,3 5,0 11,0-44,8 56,-8-56,14 62,-14-62,29 59,-29-59,41 45,-41-45,54 21,7-19,-61-2,58-16,-5-9,-53 25,52-36,-52 36,46-48,-46 48,36-61,-36 61,24-69,-24 69,6-67,-15 3,-12 11,-7 16,-8 10,-4 8,-3 10,-1 12,-2 10,-1 7,1 10,6 7</inkml:trace>
  <inkml:trace contextRef="#ctx0" brushRef="#br0" timeOffset="-60703.65">24601 13277,'-4'14,"-4"11,0 6,3 2,0 9,2 1,10 3,-7-46,16 45,-16-45,32 42,-32-42,0 0,48 32,-48-32,59 21,-59-21,63 0,-5-17,-58 17,52-33,-52 33,45-45,-45 45,31-61,-31 61,19-65,-19 65,-1-64,-20 9,-10 15,-11 15,-2 13,0 10,-2 9,3 6,2 7,0 1,6 2</inkml:trace>
  <inkml:trace contextRef="#ctx0" brushRef="#br0" timeOffset="-60423.54">24563 14242,'0'22,"-4"11,4 20,3 17,11 18,15 34,18 37</inkml:trace>
  <inkml:trace contextRef="#ctx0" brushRef="#br0" timeOffset="-56748.66">30559 11797,'0'0,"0"0,0 0,0 0,0 0,0 0,0 0,0 0,0 0,0 0,0 0,0 0,12 0,17 0,4 0,0 0,2 0,5-1,2 1,-42 0,43-4,-43 4,55-2,14-5,-69 7,77-3,27-7,7-1,-111 11,109-10,-109 10,117-9,3 1,-6 1,-16 0,-98 7,101-7,-1 1,1 0,-10-1,-9 5,-8 1,2-2,-2 0,-1 2,-12-1,-2 2,1 0,-60 0,66 0,-66 0,75 2,-75-2,98 1,9 2,-20 1,-87-4,65 6,-65-6,0 0,52 6,-52-6,0 0,0 0,46 7,-5 4</inkml:trace>
  <inkml:trace contextRef="#ctx0" brushRef="#br0" timeOffset="-51337.78">30459 11131,'0'0,"0"0,0 0,0 0,0 0,0 0,0 0,0 0,0 0,0 0,10 0,12 0,13 0,1 0,4 0,-1 0,4-5,-43 5,57-7,-57 7,68-11,6 0,26-5,4 2,-8 3,-13 2,1-2,-1 0,3 1,-1 2,5 0,-1 1,-4 4,4-3,1 2,-3-2,3-2,2 1,-4 1,-2-2,-4 3,-3-3,0 0,0 3,3 1</inkml:trace>
  <inkml:trace contextRef="#ctx0" brushRef="#br0" timeOffset="-48648.6">31748 11746,'0'0,"0"0,0 0,0 0,0 0,0 0,0 0,0 0,0 0,0 0</inkml:trace>
  <inkml:trace contextRef="#ctx0" brushRef="#br0" timeOffset="-44395.48">15333 5297,'0'0,"0"0,0 0,0 0,0 0,8 0,11 0,9 0,-5 5,5-1,-1-3,1 3,6-3,-4-1,1 3,-31-3,43 5,-43-5,55 4,2 0,0 2,-57-6,57 3,-57-3,66 9,-66-9,82 7,23 1,-105-8,119 0,-119 0,118 0,-118 0,135-7,-135 7,129-4,-5 3,-124 1,118-4,-7-1,-15 2,-96 3,100-3,0-5,-1 2,-99 6,98-5,-2 1,4-1,-100 5,97-4,-2 4,-95 0,96-3,-9 1,-2 0,-85 2,86-8,-86 8,90-6,-90 6,99-10,-99 10,109-9,-109 9,106-6,-12-1,-23 3,-71 4,0 0,62 2</inkml:trace>
  <inkml:trace contextRef="#ctx0" brushRef="#br0" timeOffset="-33144.73">22566 9760,'0'0,"0"0,0 0,2 2,13 11,3 5,3 1,-2-1,6 1,0 0,-4 3,-21-22,24 26,-24-26,25 30,-25-30,30 44,5 2,1-2,-4-8,-5-2,-7-6,-7-6,-13-22,0 0,0 0,14 19,-14-19,0 0,0 0,15 17,-15-17,13 11</inkml:trace>
  <inkml:trace contextRef="#ctx0" brushRef="#br0" timeOffset="-30876.52">20837 8433,'0'0,"0"0,-8 0,-2 0,-2 0,-2 0,6 0,-5 0,10 0,1 0,2 9,0-1,0 0,2-1,0 4,4 2,-3-2,-2-3,3 4,-1-1,2 0,0 3,-1-3,2 3,-1 2,-2-1,4 4,-2-3,-2 2,3 0,-3 0,-3-18,0 0,0 0,6 24,-6-24,0 0,0 0,7 28,-7-28,0 0,0 0,6 34,-6-34,0 0,0 0,9 34,-9-34,0 0,0 0,3 28,-3-28,0 0,0 0,4 22,-4-22,0 0,0 7,0-7,0-9,1-14,4-2,2 6,-1 4,-2 2,-1-1,-3 0,-3-1,2-1,-5-3,4 1,1-2,-4 1,3-3,2 0,2-1,3-2,1-2,5-1,5 0,4-3,2 2,-1-3,-21 32,38-41,5 5,-43 36,42-36,-42 36,52-34,-3 10,-1 5,-4 8,-8 5,-36 6,30 1,-30-1,35 10,-35-10,0 0,32 23,-32-23,27 43,-14 7,-13 5,-13 0,13-55,-24 54,24-54,-32 55,32-55,-33 56,33-56,0 0,-33 55,33-55,0 0,0 0,-35 47,35-47,0 0,0 0,-22 34,22-34,-10 19,19-15,8-5,4-5,2 2,-23 4,33-9,-33 9,35-5,8 0,6 5,-49 0,46 7,-46-7,0 0,42 19,-2 10,-8 7,-12 1,-5 1,-15-38,4 42,-4-42,-2 48,2-48,-12 58,12-58,-19 58,-7 1,-8-9,34-50,-38 48,38-48,-41 42,-5 5,46-47,-56 39,56-39,-61 39,61-39,0 0,0 0,-64 30,3-10,9-12,20-16,15-8</inkml:trace>
  <inkml:trace contextRef="#ctx0" brushRef="#br0" timeOffset="-30463.39">21879 8381,'0'0,"0"0,0 0,12 2,15 7,8 1,-2 4,2-2,-2 5,-33-17,38 16,-38-16,57 25,8 6,-5 3,-60-34,54 35,1 1,-6 0,-5 1,-10-1,-8-2,-9-6,-13-9</inkml:trace>
  <inkml:trace contextRef="#ctx0" brushRef="#br0" timeOffset="-30124.7">22438 8230,'0'0,"0"0,0 0,0 0,-12 2,-4 15,-6 6,2 12,-9 8,-3 9,-1 10,2 0,-3 4,8 0,-8 2,-9 21,-4 11,3-13</inkml:trace>
  <inkml:trace contextRef="#ctx0" brushRef="#br0" timeOffset="-29514.66">22459 10123,'17'-6,"9"-3,8-7,4-3,4-7,-42 26,61-28,-61 28,81-33,-81 33,123-43,26-1,-10 6,-24 10,-28 8,-9 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26.561"/>
    </inkml:context>
    <inkml:brush xml:id="br0">
      <inkml:brushProperty name="width" value="0.1" units="cm"/>
      <inkml:brushProperty name="height" value="0.1" units="cm"/>
      <inkml:brushProperty name="color" value="#E71224"/>
    </inkml:brush>
  </inkml:definitions>
  <inkml:trace contextRef="#ctx0" brushRef="#br0">0 0 24575,'0'16'0,"0"11"0,0 17 0,0 9 0,0 3 0,0-1 0,0-2 0,0-2 0,0-3 0,0-1 0,0-2 0,0-1 0,0 1 0,0-1 0,0 0 0,0 0 0,0-7-8191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28.765"/>
    </inkml:context>
    <inkml:brush xml:id="br0">
      <inkml:brushProperty name="width" value="0.1" units="cm"/>
      <inkml:brushProperty name="height" value="0.1" units="cm"/>
      <inkml:brushProperty name="color" value="#E71224"/>
    </inkml:brush>
  </inkml:definitions>
  <inkml:trace contextRef="#ctx0" brushRef="#br0">676 1 24575,'-12'0'0,"-1"2"0,1-1 0,-1 2 0,1 0 0,0 0 0,0 1 0,0 1 0,-18 9 0,-11 9 0,-39 28 0,0 1 0,55-38 0,0-1 0,-51 18 0,63-26 0,0 1 0,0 0 0,0 0 0,1 1 0,0 1 0,0 0 0,1 1 0,0 0 0,1 0 0,0 1 0,0 1 0,1 0 0,0 0 0,1 1 0,0 0 0,1 0 0,1 1 0,0 0 0,-5 15 0,6-9 0,1-1 0,1 1 0,1 0 0,0 0 0,2 0 0,0 0 0,5 31 0,-3-40 0,0 1 0,1-1 0,0 0 0,0 0 0,1 0 0,1 0 0,0 0 0,0-1 0,1 0 0,0 0 0,0 0 0,1-1 0,0 0 0,15 12 0,116 74 0,-97-70 0,-1 3 0,40 34 0,34 47 0,-59-54 0,2-3 0,98 69 0,-147-115 0,0 0 0,1-1 0,-1 0 0,1 0 0,0-1 0,0 0 0,0 0 0,0-1 0,1-1 0,-1 0 0,1 0 0,-1 0 0,0-1 0,1-1 0,10-1 0,-14 1 0,1-1 0,0 0 0,-1 0 0,1-1 0,-1 1 0,0-1 0,0-1 0,0 1 0,0-1 0,-1 0 0,1 0 0,-1-1 0,0 0 0,0 0 0,-1 0 0,0 0 0,1-1 0,-2 1 0,1-1 0,-1 0 0,4-8 0,1-8 0,-1 0 0,0-1 0,-2 0 0,-1 0 0,0 0 0,-1-25 0,-5-147 0,-2 91 0,3 86 0,-2 0 0,0 1 0,0-1 0,-2 1 0,0 0 0,-1 0 0,-1 0 0,0 1 0,-1 0 0,-1 0 0,-1 1 0,-15-20 0,-18-16 0,-96-91 0,117 121 0,-22-33 56,25 27-1477,2 6-5405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30.863"/>
    </inkml:context>
    <inkml:brush xml:id="br0">
      <inkml:brushProperty name="width" value="0.1" units="cm"/>
      <inkml:brushProperty name="height" value="0.1" units="cm"/>
      <inkml:brushProperty name="color" value="#E71224"/>
    </inkml:brush>
  </inkml:definitions>
  <inkml:trace contextRef="#ctx0" brushRef="#br0">273 10153 24575,'-1'-106'0,"-5"0"0,-22-117 0,-40-393 0,21 136 0,34 386 0,-18-127 0,-1-227 0,33 65 0,-16-473 0,-18-46 0,35-4 0,1 337 0,-3-3626-1365,0 4148-5461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32.111"/>
    </inkml:context>
    <inkml:brush xml:id="br0">
      <inkml:brushProperty name="width" value="0.1" units="cm"/>
      <inkml:brushProperty name="height" value="0.1" units="cm"/>
      <inkml:brushProperty name="color" value="#E71224"/>
    </inkml:brush>
  </inkml:definitions>
  <inkml:trace contextRef="#ctx0" brushRef="#br0">208 0 24575,'-4'1'0,"1"-1"0,0 1 0,-1 0 0,1 0 0,0 0 0,0 1 0,0-1 0,0 1 0,0 0 0,0 0 0,0 0 0,0 0 0,1 0 0,-5 5 0,-34 42 0,32-37 0,-14 15 0,-35 47 0,55-69 0,-1-1 0,2 1 0,-1 0 0,0 0 0,1 0 0,0 1 0,0-1 0,1 1 0,0-1 0,0 1 0,0-1 0,0 10 0,1-14 0,0 1 0,0-1 0,0 0 0,0 0 0,0 1 0,0-1 0,0 0 0,0 0 0,1 0 0,-1 1 0,1-1 0,-1 0 0,1 0 0,-1 0 0,1 0 0,0 0 0,-1 0 0,1 0 0,0 0 0,0 0 0,0 0 0,-1 0 0,1-1 0,0 1 0,0 0 0,0-1 0,2 2 0,-1-2 0,0 0 0,0 0 0,0-1 0,-1 1 0,1 0 0,0-1 0,0 1 0,-1-1 0,1 1 0,0-1 0,0 0 0,-1 0 0,1 0 0,-1 0 0,3-2 0,6-5 0,-2 1 0,1-1 0,-1-1 0,10-14 0,-9 9 0,-1 1 0,1 0 0,0 1 0,0 0 0,2 0 0,-1 1 0,1 1 0,1-1 0,16-10 0,-21 16 0,0 1 0,0 0 0,1 0 0,-1 1 0,1 0 0,14-4 0,-18 6 0,0 1 0,0 0 0,0 0 0,0 1 0,0-1 0,0 1 0,0-1 0,0 1 0,0 1 0,-1-1 0,1 0 0,0 1 0,-1 0 0,1 0 0,-1 0 0,5 4 0,10 7 15,-2 2-1,1 0 1,-2 1 0,0 1-1,-1 0 1,0 1-1,12 22 1,70 141-1394,-94-176 1276,12 25-6723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35.717"/>
    </inkml:context>
    <inkml:brush xml:id="br0">
      <inkml:brushProperty name="width" value="0.1" units="cm"/>
      <inkml:brushProperty name="height" value="0.1" units="cm"/>
      <inkml:brushProperty name="color" value="#E71224"/>
    </inkml:brush>
  </inkml:definitions>
  <inkml:trace contextRef="#ctx0" brushRef="#br0">1 617 24575,'0'-4'0,"1"0"0,0-1 0,0 1 0,0 0 0,1 0 0,-1 0 0,1 0 0,0 0 0,3-4 0,4-8 0,226-396 0,-225 398 0,0-1 0,1 1 0,0 1 0,1 0 0,1 0 0,0 1 0,25-17 0,-35 27 0,1-1 0,-1 1 0,1 0 0,-1 0 0,1 0 0,0 1 0,0-1 0,0 1 0,0 0 0,0 0 0,0 1 0,0-1 0,0 1 0,0 0 0,0 0 0,0 0 0,0 0 0,0 1 0,0-1 0,0 1 0,0 0 0,0 1 0,0-1 0,0 1 0,0-1 0,-1 1 0,1 0 0,-1 1 0,1-1 0,-1 1 0,0-1 0,0 1 0,0 0 0,0 0 0,-1 0 0,1 0 0,2 6 0,4 5 0,-1 0 0,0 1 0,-1 0 0,0 1 0,-2 0 0,0 0 0,0 0 0,-2 0 0,0 1 0,-1-1 0,0 1 0,-1 0 0,-2 0 0,1-1 0,-6 30 0,-6 12 0,-2 0 0,-3-1 0,-26 58 0,-49 82 0,77-168 0,-19 21 0,27-41 0,0 0 0,1 1 0,0-1 0,-6 16 0,12-25 0,-1 1 0,1-1 0,0 1 0,0-1 0,0 1 0,0-1 0,0 1 0,0-1 0,0 1 0,0-1 0,0 1 0,0-1 0,0 1 0,0-1 0,0 0 0,0 1 0,1-1 0,-1 1 0,0-1 0,0 1 0,0-1 0,1 1 0,-1-1 0,0 0 0,1 1 0,-1-1 0,0 0 0,1 1 0,-1-1 0,0 0 0,2 1 0,19 6 0,29-5 0,-45-2 0,177-5-1365,-142 4-5461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38.021"/>
    </inkml:context>
    <inkml:brush xml:id="br0">
      <inkml:brushProperty name="width" value="0.1" units="cm"/>
      <inkml:brushProperty name="height" value="0.1" units="cm"/>
      <inkml:brushProperty name="color" value="#E71224"/>
    </inkml:brush>
  </inkml:definitions>
  <inkml:trace contextRef="#ctx0" brushRef="#br0">851 67 24575,'-44'0'0,"18"-2"0,1 1 0,0 2 0,0 0 0,0 2 0,0 1 0,0 1 0,0 1 0,-33 12 0,-122 52 0,21-11 0,146-53 0,1 1 0,-1 1 0,1-1 0,1 2 0,0 0 0,0 0 0,1 1 0,0 0 0,0 1 0,1 0 0,1 1 0,0-1 0,0 2 0,1-1 0,1 1 0,0 0 0,1 0 0,0 1 0,-5 26 0,0 15 0,3 1 0,2 0 0,4 96 0,1-109 0,-1 114 0,6 191 0,-4-337 0,0 1 0,1-1 0,0 0 0,1 0 0,0 0 0,1 0 0,0 0 0,1-1 0,0 0 0,0 0 0,1 0 0,0-1 0,1 1 0,0-2 0,13 14 0,-10-14 0,0 0 0,1 0 0,0-1 0,0-1 0,0 0 0,1 0 0,0-1 0,0 0 0,0-1 0,1-1 0,-1 0 0,1-1 0,19 2 0,251-5 0,-114-5 0,-98 9 0,-49-1 0,0 0 0,0-2 0,0 0 0,-1-2 0,1 0 0,0-2 0,-1 0 0,27-9 0,-42 9 0,1 0 0,-1 0 0,0 0 0,-1 0 0,1-1 0,-1 0 0,0 0 0,0-1 0,0 0 0,-1 1 0,6-11 0,5-11 0,17-42 0,-5 12 0,-18 37 0,-1 0 0,0 0 0,-1-1 0,-2 0 0,0 0 0,-1-1 0,1-24 0,-3-156 0,-5 119 0,2 58 0,-2 0 0,-1 0 0,-9-29 0,-6-44 0,-3-10 0,13 75 0,-5-48 0,9 45 0,-1 1 0,-1 0 0,-3 1 0,-15-41 0,13 52-44,-1 0 0,-1 0 0,-1 1 0,-32-35 0,19 23-1101,11 13-5681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41.305"/>
    </inkml:context>
    <inkml:brush xml:id="br0">
      <inkml:brushProperty name="width" value="0.1" units="cm"/>
      <inkml:brushProperty name="height" value="0.1" units="cm"/>
      <inkml:brushProperty name="color" value="#E71224"/>
    </inkml:brush>
  </inkml:definitions>
  <inkml:trace contextRef="#ctx0" brushRef="#br0">24 10249 24575,'0'-123'0,"26"-618"0,165-592 0,-38 318 0,-117 481 0,-38-5 0,-1 185 0,5 172 0,-5-218 0,-17 214 0,1 20 0,-27-153 0,27 221 0,-11-191 0,29-838 0,4 493 0,-3 627 0,17-524 0,2 317 0,18-161 0,-24 61 0,-8 77 0,15 106 0,-11 88 0,3-51 0,-10 68 0,-1 0 0,-1-1 0,-2 1 0,-7-43 0,8 63 0,-1 1 0,0-1 0,0 1 0,0 0 0,0 0 0,-1 0 0,0 0 0,0 0 0,0 0 0,0 1 0,-1 0 0,-5-6 0,5 8 0,1-1 0,-1 1 0,1 0 0,-1 1 0,0-1 0,0 1 0,0-1 0,0 1 0,0 0 0,0 0 0,0 1 0,0 0 0,0-1 0,0 1 0,0 0 0,0 1 0,-1-1 0,1 1 0,-4 1 0,-1 1 0,0 0 0,0 0 0,1 1 0,0 0 0,0 1 0,0 0 0,0 0 0,1 0 0,0 1 0,0 0 0,0 1 0,1-1 0,0 1 0,-7 11 0,-9 15 0,1 0 0,-16 38 0,26-48 0,-14 27 0,-28 79 0,53-127 0,-1 0 0,0-1 0,1 1 0,-1 0 0,1 0 0,-1 0 0,1 0 0,0 0 0,0 0 0,0 0 0,0 0 0,0 0 0,0 0 0,0 0 0,1 0 0,-1 0 0,1 0 0,0 0 0,-1-1 0,1 1 0,0 0 0,0 0 0,2 2 0,-1-3 0,0 1 0,0-1 0,0 1 0,0-1 0,0 0 0,1 0 0,-1 0 0,0 0 0,1-1 0,-1 1 0,1 0 0,-1-1 0,1 0 0,-1 0 0,5 0 0,5 0 0,0-1 0,0-1 0,0 0 0,-1 0 0,1-2 0,15-5 0,170-97 0,-172 95 0,-16 7 0,0-1 0,0 2 0,1-1 0,-1 1 0,16-2 0,-21 5 0,-1 0 0,1 0 0,0 0 0,0 0 0,0 1 0,-1 0 0,1 0 0,0 0 0,-1 0 0,1 0 0,-1 1 0,1 0 0,-1 0 0,0 0 0,1 0 0,-1 0 0,0 0 0,3 5 0,52 55 40,-45-47-321,0 0 0,1 0 0,1-1 0,27 20 0,-14-18-6545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44.018"/>
    </inkml:context>
    <inkml:brush xml:id="br0">
      <inkml:brushProperty name="width" value="0.1" units="cm"/>
      <inkml:brushProperty name="height" value="0.1" units="cm"/>
      <inkml:brushProperty name="color" value="#E71224"/>
    </inkml:brush>
  </inkml:definitions>
  <inkml:trace contextRef="#ctx0" brushRef="#br0">59 45 24575,'11'-1'0,"0"-1"0,-1 0 0,1 0 0,0-1 0,16-6 0,29-8 0,-40 14 0,0 0 0,0 2 0,1-1 0,-1 2 0,0 0 0,30 5 0,-38-3 0,-1 0 0,0 0 0,1 1 0,-1 0 0,-1 1 0,1-1 0,0 1 0,-1 1 0,0-1 0,0 1 0,0 0 0,-1 0 0,1 1 0,-1-1 0,0 1 0,6 12 0,-4-9 0,-2 1 0,1 1 0,-1-1 0,-1 1 0,0-1 0,0 1 0,-1 0 0,-1 1 0,0-1 0,0 0 0,0 16 0,-3-19 0,1 0 0,-1 0 0,0 0 0,-1 1 0,0-2 0,0 1 0,-1 0 0,0 0 0,-1-1 0,1 1 0,-1-1 0,0 0 0,-1 0 0,0-1 0,0 1 0,-10 8 0,-4 1 0,0 0 0,-1-2 0,-1 0 0,-23 10 0,-21 15 0,63-38 0,1 0 0,0-1 0,-1 1 0,1 0 0,0 0 0,0 0 0,0 0 0,-1 0 0,1 0 0,0 0 0,0 0 0,0 0 0,1 0 0,-1 1 0,0-1 0,0 0 0,1 1 0,-1-1 0,1 1 0,-1 1 0,1-2 0,0 0 0,1 0 0,-1 0 0,1 0 0,-1 0 0,1-1 0,-1 1 0,1 0 0,0-1 0,-1 1 0,1 0 0,0-1 0,0 1 0,-1-1 0,1 1 0,0-1 0,0 1 0,0-1 0,0 0 0,0 1 0,0-1 0,0 0 0,0 1 0,11 1 0,1 1 0,-1-2 0,18 1 0,36-3 0,-44 0 0,1 0 0,-1 2 0,1 0 0,-1 2 0,28 6 0,-45-8 0,1 1 0,-1 0 0,0 0 0,0 1 0,0-1 0,-1 1 0,1 0 0,-1 0 0,1 1 0,-1-1 0,0 1 0,0 0 0,-1 0 0,1 1 0,-1-1 0,0 1 0,0-1 0,0 1 0,-1 0 0,1 0 0,-1 0 0,-1 0 0,1 1 0,-1-1 0,0 0 0,1 9 0,-1-10 0,-1 1 0,0 0 0,0-1 0,-1 1 0,1-1 0,-1 1 0,0 0 0,0-1 0,-1 1 0,1-1 0,-1 0 0,0 0 0,0 1 0,0-1 0,-1 0 0,1-1 0,-1 1 0,0 0 0,0-1 0,0 0 0,-1 1 0,1-1 0,-1 0 0,-7 4 0,-9 5 0,-1-1 0,0-1 0,-42 14 0,16-6 0,28-10-85,-1 0 0,-1-1-1,0-1 1,0-1 0,0-1-1,0-1 1,-1-1 0,1 0-1,-1-2 1,1-1 0,-1 0-1,1-2 1,0 0 0,-1-1-1,-31-12 1,12-2-6741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45.711"/>
    </inkml:context>
    <inkml:brush xml:id="br0">
      <inkml:brushProperty name="width" value="0.1" units="cm"/>
      <inkml:brushProperty name="height" value="0.1" units="cm"/>
      <inkml:brushProperty name="color" value="#E71224"/>
    </inkml:brush>
  </inkml:definitions>
  <inkml:trace contextRef="#ctx0" brushRef="#br0">1395 445 24575,'0'-1'0,"0"-1"0,-1 1 0,1 0 0,0 0 0,-1 0 0,1-1 0,-1 1 0,0 0 0,1 0 0,-1 0 0,0 0 0,1 0 0,-1 0 0,0 0 0,0 0 0,0 1 0,0-1 0,0 0 0,0 0 0,0 1 0,0-1 0,0 1 0,0-1 0,-1 1 0,1-1 0,0 1 0,-1-1 0,-40-7 0,35 7 0,-51-7 0,1 3 0,-1 3 0,0 2 0,1 3 0,-1 2 0,1 2 0,0 4 0,1 1 0,0 3 0,-78 32 0,-25 21 0,-181 105 0,330-168 0,1 1 0,0 1 0,0-1 0,1 1 0,0 1 0,0-1 0,1 1 0,0 1 0,0-1 0,1 1 0,0 1 0,-5 10 0,8-14 0,1 0 0,0 1 0,1-1 0,-1 1 0,1 0 0,0-1 0,1 1 0,0 0 0,0 0 0,0 0 0,1-1 0,0 1 0,0 0 0,1-1 0,-1 1 0,2-1 0,-1 1 0,1-1 0,0 0 0,4 7 0,4 3 0,0 0 0,1-1 0,1 0 0,0-1 0,1-1 0,0 0 0,1-1 0,27 16 0,141 72 0,-167-92 0,18 6 0,59 18 0,10 3 0,3 7 0,-52-23 0,-1 3 0,0 2 0,69 44 0,-78-37 0,-22-14 0,0-1 0,1-1 0,1-1 0,0-1 0,1-1 0,1-1 0,44 12 0,-44-17 0,48 10 0,103 8 0,-155-22 0,0-2 0,1 0 0,-1-2 0,1 0 0,-1-1 0,0-2 0,0 0 0,0-1 0,23-10 0,-36 11 0,-1 1 0,1-1 0,-1 0 0,0-1 0,-1 0 0,1 0 0,-1-1 0,0 0 0,-1 0 0,1-1 0,-1 0 0,-1 0 0,0 0 0,0 0 0,-1-1 0,1 0 0,3-15 0,1-10 0,-1 0 0,-2 0 0,2-58 0,2-4 0,5-49 0,-6-237 0,-10 346 0,2 23 0,-1-1 0,-1 1 0,0-1 0,-1 1 0,0 0 0,-1 0 0,-1 0 0,0 0 0,0 0 0,-2 1 0,1-1 0,-2 1 0,1 1 0,-2-1 0,0 1 0,0 1 0,-18-19 0,-41-34 0,-2 3 0,-3 2 0,-3 5 0,-110-62 0,155 98-119,-56-27 370,79 42-387,0-1 0,-1 1 0,1 0 0,0 1 0,-1 0 0,1 0-1,-1 0 1,1 1 0,-1 0 0,-9 2 0,-17 6-6690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48.874"/>
    </inkml:context>
    <inkml:brush xml:id="br0">
      <inkml:brushProperty name="width" value="0.1" units="cm"/>
      <inkml:brushProperty name="height" value="0.1" units="cm"/>
      <inkml:brushProperty name="color" value="#E71224"/>
    </inkml:brush>
  </inkml:definitions>
  <inkml:trace contextRef="#ctx0" brushRef="#br0">94 10129 24575,'-3'-62'0,"-15"-89"0,-2-15 0,13 14 0,-9-121 0,-14-262 0,32-2 0,0 206 0,-1-1438 0,19 1440 0,-1 76 0,-16-189 0,17-235 0,7-234 0,-27 720 0,3 128 0,15-87 0,4-38 0,-19-57 0,-5 127 0,6 0 0,35-221 0,9 44 0,-29 183 0,-9 61 0,6-95 0,-15-667 0,-4 376 0,4 369 0,-3-83 0,2 148 0,0 0 0,-1 0 0,1 0 0,-1 0 0,0 0 0,1 0 0,-1 0 0,-1 0 0,1 0 0,0 1 0,-1-1 0,1 0 0,-1 1 0,0-1 0,-3-2 0,3 4 0,1 0 0,-1 0 0,1 0 0,-1 1 0,1-1 0,-1 1 0,0-1 0,1 1 0,-1-1 0,0 1 0,1 0 0,-1 0 0,0 0 0,1 0 0,-1 0 0,0 0 0,0 1 0,1-1 0,-1 0 0,0 1 0,1-1 0,-1 1 0,1 0 0,-1 0 0,1-1 0,-1 1 0,1 0 0,-3 2 0,-7 5 0,0 1 0,0 1 0,1-1 0,0 2 0,1-1 0,0 1 0,1 1 0,0 0 0,1 0 0,-10 22 0,9-17 0,1 1 0,1-1 0,1 1 0,0 0 0,1 1 0,1-1 0,0 31 0,2-46 0,1 1 0,1 0 0,-1-1 0,0 1 0,1-1 0,0 1 0,0-1 0,0 1 0,0-1 0,0 1 0,1-1 0,0 0 0,-1 0 0,1 0 0,1 0 0,-1 0 0,4 5 0,-4-7 0,1 0 0,-1 0 0,0 1 0,0-1 0,0-1 0,0 1 0,1 0 0,-1 0 0,0-1 0,1 1 0,-1-1 0,1 0 0,-1 0 0,0 0 0,1 0 0,-1 0 0,1-1 0,-1 1 0,0-1 0,1 1 0,-1-1 0,0 0 0,0 0 0,1 0 0,-1 0 0,0 0 0,3-2 0,38-24 0,-27 16 0,0 1 0,1 0 0,0 1 0,1 1 0,0 1 0,0 0 0,0 2 0,25-5 0,-27 8 24,-1 0 0,1 1 0,0 1 0,26 4 0,-36-3-123,0 0 0,0 1 0,0-1 0,-1 1 0,1 1 0,0-1 0,-1 1 0,0 0 0,1 0 0,-1 0 0,0 1 0,-1 0 0,1 0 0,7 9 0,8 15-6727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51.064"/>
    </inkml:context>
    <inkml:brush xml:id="br0">
      <inkml:brushProperty name="width" value="0.1" units="cm"/>
      <inkml:brushProperty name="height" value="0.1" units="cm"/>
      <inkml:brushProperty name="color" value="#E71224"/>
    </inkml:brush>
  </inkml:definitions>
  <inkml:trace contextRef="#ctx0" brushRef="#br0">728 0 24575,'-2'1'0,"-1"-1"0,0 1 0,1-1 0,-1 1 0,0 0 0,1 0 0,-1 0 0,1 1 0,0-1 0,-1 1 0,1-1 0,0 1 0,0 0 0,0 0 0,0 0 0,-3 4 0,-29 41 0,25-33 0,-19 25 0,-2-1 0,-2-2 0,-60 54 0,-120 81 0,188-152 0,-72 46 0,-12 10 0,106-74 0,1 0 0,0 0 0,-1 0 0,1 0 0,0 1 0,0-1 0,-1 0 0,1 0 0,0 1 0,0-1 0,0 1 0,1-1 0,-1 1 0,0-1 0,1 1 0,-1-1 0,0 1 0,1 0 0,-1 2 0,2-3 0,-1 0 0,0 0 0,1 0 0,-1 0 0,1 0 0,0 0 0,-1 0 0,1-1 0,0 1 0,-1 0 0,1 0 0,0-1 0,0 1 0,0 0 0,0-1 0,0 1 0,-1-1 0,1 1 0,0-1 0,0 0 0,0 1 0,2-1 0,9 3 0,0-1 0,0 0 0,24-1 0,15-3 0,-1-3 0,0-1 0,68-20 0,55-7 0,290-20 0,-375 42-1365,-69 8-5461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51.638"/>
    </inkml:context>
    <inkml:brush xml:id="br0">
      <inkml:brushProperty name="width" value="0.1" units="cm"/>
      <inkml:brushProperty name="height" value="0.1" units="cm"/>
      <inkml:brushProperty name="color" value="#E71224"/>
    </inkml:brush>
  </inkml:definitions>
  <inkml:trace contextRef="#ctx0" brushRef="#br0">1 0 24575,'7'8'0,"11"25"0,2 30 0,-3 26 0,-4 14 0,-4 12 0,-3 2 0,-4-12 0,-1-9 0,-1 3 0,-1-1 0,0-9 0,-7-13 0,-3-11 0,1-9 0,1-14-8191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52.922"/>
    </inkml:context>
    <inkml:brush xml:id="br0">
      <inkml:brushProperty name="width" value="0.1" units="cm"/>
      <inkml:brushProperty name="height" value="0.1" units="cm"/>
      <inkml:brushProperty name="color" value="#E71224"/>
    </inkml:brush>
  </inkml:definitions>
  <inkml:trace contextRef="#ctx0" brushRef="#br0">899 1 24575,'-33'0'0,"-194"5"0,181-1 0,1 2 0,-88 22 0,71-11 0,-57 20 0,105-32 0,1 2 0,-1 0 0,1 0 0,0 1 0,1 1 0,-16 13 0,12-7 0,0 1 0,1 0 0,-18 25 0,27-32 0,1-1 0,0 1 0,1 1 0,-1-1 0,2 1 0,0 0 0,0 0 0,0 0 0,-1 15 0,-2 68 0,13 184 0,1-219 0,2-1 0,35 111 0,-25-101 0,-15-52 0,43 138 0,-40-135 0,-1 0 0,2 0 0,1-1 0,0 0 0,25 31 0,-30-43 0,1 0 0,0 0 0,0 0 0,0-1 0,1 0 0,-1 0 0,1-1 0,0 0 0,0 0 0,14 3 0,78 12 0,-71-14 0,24 3 0,0-1 0,1-4 0,92-6 0,-117 1 0,0-1 0,-1-2 0,0-1 0,0-1 0,0-1 0,-1-1 0,-1-1 0,43-26 0,-2-6 0,117-101 0,-175 135 0,-1 0 0,1 0 0,-1-1 0,-1 0 0,0 0 0,0-1 0,-1 1 0,-1-1 0,0 0 0,0-1 0,-1 1 0,0-1 0,1-11 0,1-24 0,-1-90 0,-4 108 0,0-10 0,1-12 0,-2-1 0,-15-95 0,13 132 0,-1 1 0,0-1 0,-1 1 0,0-1 0,-2 1 0,1 1 0,-2-1 0,0 1 0,0 1 0,-1-1 0,-1 2 0,0-1 0,0 1 0,-16-12 0,-189-137 0,190 144-13,1 1 0,-2 1 0,0 1 0,-1 1 0,-51-14 0,8 1-1274,32 10-5539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8:56.488"/>
    </inkml:context>
    <inkml:brush xml:id="br0">
      <inkml:brushProperty name="width" value="0.1" units="cm"/>
      <inkml:brushProperty name="height" value="0.1" units="cm"/>
      <inkml:brushProperty name="color" value="#E71224"/>
    </inkml:brush>
  </inkml:definitions>
  <inkml:trace contextRef="#ctx0" brushRef="#br0">358 9758 24575,'-1'-342'0,"4"-407"0,18 343 0,1-59 0,-18-1174 0,-7 844 0,-20 503 0,1 49 0,19 100 0,-13-168 0,-14-155 0,31-3 0,3 160 0,-4-2695 0,0 2996 0,0-1 0,-1 1 0,0-1 0,0 1 0,0 0 0,-1-1 0,-1 1 0,-4-11 0,6 16 0,-1 0 0,1 1 0,-1-1 0,0 1 0,0 0 0,0 0 0,0-1 0,0 1 0,-1 0 0,1 1 0,-1-1 0,1 0 0,-1 1 0,1-1 0,-1 1 0,0 0 0,0 0 0,0 0 0,0 0 0,0 1 0,0-1 0,0 1 0,0 0 0,0 0 0,0 0 0,0 0 0,-3 1 0,-4 0 0,0 2 0,1-1 0,0 1 0,-1 1 0,1-1 0,0 2 0,1-1 0,-1 1 0,1 0 0,0 1 0,0 0 0,1 0 0,-1 1 0,2 0 0,-1 0 0,1 1 0,0 0 0,-9 16 0,6-11 0,1 2 0,0-1 0,1 1 0,1 0 0,1 0 0,0 1 0,0 0 0,2 0 0,0 0 0,-1 30 0,4-43 0,0 0 0,-1 0 0,2-1 0,-1 1 0,0 0 0,1 0 0,-1 0 0,1 0 0,0 0 0,0-1 0,0 1 0,0 0 0,0-1 0,0 1 0,1-1 0,0 1 0,-1-1 0,1 0 0,0 1 0,0-1 0,0 0 0,0 0 0,1-1 0,-1 1 0,0 0 0,1-1 0,-1 1 0,1-1 0,0 0 0,-1 0 0,1 0 0,0 0 0,4 0 0,-1 0 0,0-1 0,0 0 0,0 0 0,1-1 0,-1 0 0,0 0 0,0-1 0,0 1 0,0-1 0,0 0 0,-1-1 0,1 0 0,-1 0 0,9-5 0,22-20 0,53-52 0,-52 45 0,-34 31 0,1 1 0,-1 0 0,1-1 0,0 1 0,0 0 0,1 1 0,-1-1 0,0 1 0,1 0 0,-1 0 0,1 0 0,0 1 0,0-1 0,0 1 0,-1 1 0,1-1 0,0 0 0,0 1 0,0 0 0,0 0 0,0 1 0,0 0 0,0-1 0,0 1 0,0 1 0,0-1 0,-1 1 0,1 0 0,-1 0 0,6 3 0,1 3 0,0 0 0,-1 1 0,0 0 0,-1 0 0,0 1 0,0 1 0,-1-1 0,-1 1 0,0 0 0,7 15 0,-5-6-227,2-1-1,0-1 1,1 0-1,1 0 1,25 27-1,-18-28-6598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03.083"/>
    </inkml:context>
    <inkml:brush xml:id="br0">
      <inkml:brushProperty name="width" value="0.1" units="cm"/>
      <inkml:brushProperty name="height" value="0.1" units="cm"/>
      <inkml:brushProperty name="color" value="#008C3A"/>
    </inkml:brush>
  </inkml:definitions>
  <inkml:trace contextRef="#ctx0" brushRef="#br0">0 0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13.208"/>
    </inkml:context>
    <inkml:brush xml:id="br0">
      <inkml:brushProperty name="width" value="0.1" units="cm"/>
      <inkml:brushProperty name="height" value="0.1" units="cm"/>
      <inkml:brushProperty name="color" value="#008C3A"/>
    </inkml:brush>
  </inkml:definitions>
  <inkml:trace contextRef="#ctx0" brushRef="#br0">186 10165 24575,'3'0'0,"1"-1"0,-1 1 0,0-1 0,0 0 0,1 1 0,-1-1 0,0-1 0,0 1 0,0 0 0,0-1 0,0 0 0,0 0 0,0 1 0,-1-2 0,1 1 0,-1 0 0,1 0 0,-1-1 0,0 0 0,0 1 0,0-1 0,0 0 0,-1 0 0,1 0 0,-1 0 0,0 0 0,0 0 0,0 0 0,1-5 0,3-12 0,-1 0 0,-1 0 0,0-36 0,-2 37 0,5-138 0,7-101 0,15-751 0,-31 694 0,-14-213 0,15 506 0,-70-875 0,2 44 0,50 425 0,22-855 0,44 756 0,-6 143 0,-17 108 0,5-193 0,-3-227 0,-5-70 0,-23 490 0,3 240 0,-1-12 0,2 0 0,2 0 0,12-58 0,-3 45 0,-3 0 0,-2 0 0,-3-1 0,-3 0 0,-7-74 0,6 132 0,-1 0 0,0 0 0,1-1 0,-1 1 0,-1 0 0,1 0 0,-1 0 0,1 1 0,-1-1 0,0 0 0,-1 0 0,1 1 0,-1 0 0,1-1 0,-1 1 0,0 0 0,0 0 0,0 0 0,-1 1 0,1-1 0,-1 1 0,1 0 0,-1 0 0,0 0 0,0 0 0,0 1 0,0-1 0,0 1 0,0 0 0,0 1 0,-5-2 0,2 2 0,0 0 0,0 0 0,0 0 0,0 0 0,0 1 0,0 1 0,1-1 0,-1 1 0,0 0 0,0 0 0,1 1 0,-1 0 0,1 0 0,0 1 0,0 0 0,0 0 0,1 0 0,-6 6 0,-16 18 0,2 1 0,1 1 0,-38 65 0,61-94 0,0 0 0,1 0 0,-1 0 0,0 0 0,1 0 0,0 0 0,-1 1 0,1-1 0,-1 0 0,1 0 0,0 0 0,0 0 0,0 0 0,0 1 0,0-1 0,0 0 0,0 0 0,0 0 0,0 0 0,0 1 0,1-1 0,-1 0 0,0 0 0,1 0 0,-1 0 0,1 0 0,-1 0 0,1 0 0,0 0 0,-1 0 0,1 0 0,0 0 0,0 0 0,0 0 0,-1-1 0,1 1 0,0 0 0,0-1 0,0 1 0,0 0 0,0-1 0,0 1 0,1-1 0,-1 0 0,0 1 0,0-1 0,0 0 0,0 0 0,0 0 0,2 0 0,10 3 0,0-2 0,0 0 0,22-1 0,-21 0 0,34-2 0,0-2 0,68-14 0,-33 3 0,-75 14 0,-1 0 0,1 0 0,-1 1 0,1 0 0,-1 1 0,1-1 0,-1 1 0,1 1 0,-1-1 0,0 1 0,12 5 0,-14-4 0,0 0 0,-1 0 0,1 0 0,-1 0 0,0 1 0,0-1 0,0 1 0,0 0 0,-1 0 0,1 1 0,-1-1 0,0 1 0,-1-1 0,1 1 0,-1 0 0,0 0 0,2 7 0,0 2-341,-1 0 0,-1 1-1,2 17 1,-2 5-6485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16.174"/>
    </inkml:context>
    <inkml:brush xml:id="br0">
      <inkml:brushProperty name="width" value="0.1" units="cm"/>
      <inkml:brushProperty name="height" value="0.1" units="cm"/>
      <inkml:brushProperty name="color" value="#008C3A"/>
    </inkml:brush>
  </inkml:definitions>
  <inkml:trace contextRef="#ctx0" brushRef="#br0">43 90 24575,'26'-2'0,"1"-1"0,0 0 0,35-12 0,-31 8 0,63-8 0,-71 14 0,1-2 0,-1 0 0,0-2 0,0-1 0,33-12 0,-59 15 0,-12 0 0,-20 1 0,9 5 0,0 2 0,0 1 0,0 2 0,1 0 0,0 1 0,1 2 0,-37 21 0,59-32 0,1 1 0,-1 0 0,0 1 0,0-1 0,1 0 0,-1 0 0,1 1 0,-1-1 0,1 1 0,0-1 0,-1 1 0,1-1 0,0 1 0,0 0 0,-1 2 0,2-4 0,0 1 0,0 0 0,0-1 0,0 1 0,0 0 0,1-1 0,-1 1 0,0 0 0,0-1 0,0 1 0,1-1 0,-1 1 0,0 0 0,1-1 0,-1 1 0,1-1 0,-1 1 0,0-1 0,1 1 0,-1-1 0,1 1 0,-1-1 0,1 0 0,0 1 0,-1-1 0,1 0 0,-1 1 0,2-1 0,7 3 0,0 0 0,1 0 0,-1-1 0,16 1 0,-15-1 0,37 5 0,61 19 0,-92-21 0,1 0 0,-2 2 0,1 0 0,-1 1 0,0 0 0,0 1 0,15 13 0,-18-11 0,-1 0 0,-1 1 0,0 1 0,-1-1 0,0 1 0,-1 1 0,0 0 0,-1 0 0,-1 0 0,0 1 0,4 18 0,-4-8 0,0 0 0,-2 0 0,-1 0 0,-1 0 0,-1 1 0,-3 31 0,1-50 0,0 0 0,0 0 0,-1 0 0,0 0 0,-1 0 0,1-1 0,-1 1 0,0-1 0,-1 1 0,0-1 0,0-1 0,0 1 0,-1 0 0,1-1 0,-1 0 0,-1 0 0,1 0 0,-1-1 0,0 0 0,0 0 0,0 0 0,0-1 0,-7 3 0,-17 6 0,0-1 0,0-2 0,-62 10 0,51-11 0,-23 3-455,0-3 0,-113 1 0,139-10-6371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18.110"/>
    </inkml:context>
    <inkml:brush xml:id="br0">
      <inkml:brushProperty name="width" value="0.1" units="cm"/>
      <inkml:brushProperty name="height" value="0.1" units="cm"/>
      <inkml:brushProperty name="color" value="#008C3A"/>
    </inkml:brush>
  </inkml:definitions>
  <inkml:trace contextRef="#ctx0" brushRef="#br0">1118 122 24575,'-69'0'0,"-160"5"0,196-1 0,-1 1 0,1 1 0,0 2 0,-57 21 0,54-14 0,1 1 0,0 2 0,1 2 0,2 1 0,-35 28 0,49-34 0,1 1 0,0 1 0,1 0 0,1 1 0,1 1 0,1 0 0,0 1 0,2 1 0,-18 41 0,-50 111 0,2-6 0,69-141 0,0 1 0,1 0 0,2 0 0,-5 55 0,10 115 0,1-141 0,-1-47 0,1 0 0,-1 0 0,2 0 0,-1 0 0,1 0 0,0-1 0,1 1 0,0-1 0,1 1 0,-1-1 0,10 14 0,-9-16 0,1-1 0,-1 0 0,1-1 0,0 1 0,1-1 0,-1 0 0,1 0 0,-1-1 0,1 1 0,0-1 0,0-1 0,1 1 0,-1-1 0,0 0 0,1-1 0,11 2 0,46 3 0,0-2 0,98-8 0,-26-1 0,462 5 0,-581 0 0,0 0 0,-1-2 0,1 0 0,-1-1 0,0 0 0,0-1 0,28-11 0,-36 11 0,1-1 0,-1 0 0,0 0 0,0-1 0,0 0 0,-1 0 0,0 0 0,0-1 0,0 0 0,-1-1 0,0 1 0,-1-1 0,0-1 0,7-13 0,-3 1 0,-1-1 0,-1 0 0,-2 0 0,0 0 0,-1-1 0,2-33 0,-7-145 0,-3 99 0,5-49 0,-4-124 0,0 251 0,-1 0 0,-1 1 0,0 0 0,-2 0 0,-1 0 0,-1 0 0,-15-26 0,-1 4 0,-3 1 0,-42-53 0,46 70-1365,2 7-5461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21.669"/>
    </inkml:context>
    <inkml:brush xml:id="br0">
      <inkml:brushProperty name="width" value="0.1" units="cm"/>
      <inkml:brushProperty name="height" value="0.1" units="cm"/>
      <inkml:brushProperty name="color" value="#008C3A"/>
    </inkml:brush>
  </inkml:definitions>
  <inkml:trace contextRef="#ctx0" brushRef="#br0">183 10525 24575,'0'-148'0,"-27"-219"0,21 329 0,-21-142 0,-5-208 0,24 212 0,-42-234 0,18 19 0,33-7 0,2 165 0,24-140 0,31 1 0,-3 32 0,9-103 0,51-421 0,-48 282 0,-54 161 0,-10 132 0,19 76 0,1-43 0,-24-479 0,2-116 0,44 354 0,-10 173 0,-26 109 0,-7 124 0,3 1 0,23-122 0,-9 126 0,-3 0 0,5-130 0,-12 140 0,-6 60 0,0 0 0,-2 1 0,0-1 0,-1-29 0,-1 42 0,0 1 0,0-1 0,0 0 0,0 0 0,0 0 0,0 1 0,-1-1 0,1 1 0,-1-1 0,0 1 0,0-1 0,0 1 0,0 0 0,0 0 0,0 0 0,-1 0 0,1 1 0,-1-1 0,1 0 0,-1 1 0,0 0 0,1 0 0,-1 0 0,0 0 0,0 0 0,0 0 0,0 1 0,0-1 0,0 1 0,0 0 0,0 0 0,-3 0 0,-1 0 0,0 0 0,-1 1 0,1 0 0,0 0 0,-1 0 0,1 1 0,0 0 0,0 0 0,0 1 0,0 0 0,-12 8 0,9-2 0,1 0 0,-1 0 0,2 1 0,-1 1 0,1-1 0,1 1 0,-8 16 0,-38 88 0,44-88 0,1 1 0,1 0 0,2 0 0,1 0 0,1 1 0,1 0 0,2 0 0,6 50 0,-6-75 0,0 0 0,1 0 0,0 0 0,0-1 0,0 1 0,0 0 0,1 0 0,-1-1 0,1 1 0,0-1 0,0 1 0,0-1 0,4 4 0,-5-6 0,0 0 0,0-1 0,1 1 0,-1 0 0,1 0 0,-1-1 0,0 1 0,1-1 0,-1 0 0,1 1 0,-1-1 0,1 0 0,-1 0 0,1 0 0,0 0 0,-1 0 0,1 0 0,-1 0 0,1 0 0,-1-1 0,1 1 0,-1-1 0,0 1 0,1-1 0,-1 1 0,1-1 0,-1 0 0,0 0 0,0 0 0,1 0 0,-1 0 0,0 0 0,0 0 0,0 0 0,1-2 0,13-13 0,-1-1 0,0 0 0,-1-1 0,-1 0 0,-1-1 0,-1 0 0,10-25 0,-11 22 0,1 1 0,1 1 0,0 0 0,2 0 0,0 1 0,25-27 0,-30 39 0,-1 1 0,1-1 0,0 1 0,1 1 0,-1-1 0,1 1 0,0 1 0,15-6 0,-20 9 0,-1 0 0,0 0 0,0 1 0,0 0 0,0-1 0,0 1 0,0 0 0,1 0 0,-1 1 0,0-1 0,0 1 0,0-1 0,0 1 0,0 0 0,0 0 0,0 0 0,0 1 0,0-1 0,0 1 0,-1 0 0,1-1 0,-1 1 0,1 0 0,-1 1 0,0-1 0,1 0 0,-1 1 0,-1-1 0,1 1 0,0-1 0,1 5 0,11 22 0,-2 0 0,-1 1 0,-2 1 0,-1 0 0,-1 0 0,3 39 0,10 42 0,42 109-1365,-55-183-5461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23.908"/>
    </inkml:context>
    <inkml:brush xml:id="br0">
      <inkml:brushProperty name="width" value="0.1" units="cm"/>
      <inkml:brushProperty name="height" value="0.1" units="cm"/>
      <inkml:brushProperty name="color" value="#008C3A"/>
    </inkml:brush>
  </inkml:definitions>
  <inkml:trace contextRef="#ctx0" brushRef="#br0">525 1 24575,'-10'2'0,"1"0"0,-1 1 0,1 0 0,0 0 0,0 1 0,0 1 0,0-1 0,-11 9 0,-7 3 0,-19 13 0,1 2 0,2 1 0,1 3 0,-43 45 0,62-58 0,9-9 0,1 1 0,1 0 0,0 0 0,1 1 0,1 1 0,0 0 0,1 0 0,1 1 0,-9 25 0,16-39 0,0 0 0,0 0 0,1 0 0,0 0 0,0 0 0,0 1 0,0-1 0,0 0 0,0 0 0,1 0 0,0 0 0,-1 0 0,1 0 0,0 0 0,1 0 0,-1 0 0,0 0 0,1-1 0,2 5 0,0-3 0,-1-1 0,1 1 0,0 0 0,1-1 0,-1 0 0,1 0 0,-1 0 0,1-1 0,0 1 0,7 2 0,7 0 0,0 0 0,1-1 0,-1 0 0,1-2 0,20 0 0,-27-2 0,0 0 0,0-1 0,0-1 0,19-4 0,-29 5 0,-1 0 0,1 0 0,0 0 0,0 0 0,-1-1 0,1 1 0,0-1 0,-1 1 0,1-1 0,-1 0 0,4-4 0,-6 5 0,1 0 0,0 0 0,-1 0 0,1-1 0,-1 1 0,1 0 0,-1 0 0,1-1 0,-1 1 0,0 0 0,0-1 0,0 1 0,0-1 0,0 1 0,0 0 0,0-1 0,0 1 0,0 0 0,-1-1 0,1 1 0,0 0 0,-1-1 0,1 1 0,-1 0 0,0 0 0,-1-2 0,-38-77 55,-22-36-1475,42 88-5406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25.477"/>
    </inkml:context>
    <inkml:brush xml:id="br0">
      <inkml:brushProperty name="width" value="0.1" units="cm"/>
      <inkml:brushProperty name="height" value="0.1" units="cm"/>
      <inkml:brushProperty name="color" value="#008C3A"/>
    </inkml:brush>
  </inkml:definitions>
  <inkml:trace contextRef="#ctx0" brushRef="#br0">1472 0 24575,'-119'2'0,"1"4"0,0 6 0,1 5 0,1 6 0,-192 61 0,244-59 0,2 2 0,-68 40 0,-110 83 0,234-146 0,0 0 0,0 0 0,1 1 0,-1 0 0,1 0 0,0 0 0,1 1 0,-1-1 0,1 1 0,0 0 0,1 0 0,-1 1 0,1-1 0,1 1 0,-4 9 0,4-7 0,1 1 0,0-1 0,0 1 0,1 0 0,0-1 0,1 1 0,0-1 0,0 1 0,1-1 0,4 12 0,5 10 0,2 0 0,2-2 0,0 1 0,2-2 0,31 41 0,6-2 0,4-3 0,102 90 0,-134-132 0,1-2 0,0-1 0,2-1 0,0-1 0,1-1 0,1-2 0,0-1 0,1-2 0,0 0 0,54 8 0,2-5 0,1-5 0,161-4 0,-241-5 0,0 0 0,0-1 0,0-1 0,0 1 0,0-1 0,0-1 0,0 0 0,0 0 0,-1-1 0,1 0 0,13-8 0,-12 3 0,1 1 0,-1-1 0,-1-1 0,0 0 0,0 0 0,-1-1 0,11-17 0,5-16 0,-2-2 0,31-93 0,-38 95 0,-4 6 0,-1 0 0,-2-1 0,3-45 0,2-13 0,-2 35 0,-4 0 0,-1-1 0,-7-125 0,0 180-151,0-1-1,-1 1 0,0 0 0,0 1 1,-1-1-1,1 0 0,-2 1 1,-4-9-1,-12-13-6674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28.701"/>
    </inkml:context>
    <inkml:brush xml:id="br0">
      <inkml:brushProperty name="width" value="0.1" units="cm"/>
      <inkml:brushProperty name="height" value="0.1" units="cm"/>
      <inkml:brushProperty name="color" value="#008C3A"/>
    </inkml:brush>
  </inkml:definitions>
  <inkml:trace contextRef="#ctx0" brushRef="#br0">1 10073 24575,'0'-2298'0,"28"1829"0,33 4 0,21-245 0,-74-178 0,-8 197 0,14 499 0,40-192 0,3-13 0,39-704 0,-76 906 0,8-186 0,-30-985 0,5 1316 0,1 1 0,12-50 0,-8 60 0,-2 0 0,-1-1 0,-2 0 0,-4-49 0,1 85 0,-1-1 0,0 1 0,0-1 0,0 1 0,-1 0 0,0 0 0,0-1 0,0 1 0,0 0 0,0 1 0,-1-1 0,0 0 0,0 1 0,0-1 0,0 1 0,0 0 0,-1 0 0,0 0 0,1 1 0,-8-4 0,9 4 0,-1 1 0,0 0 0,0 0 0,0 0 0,0 0 0,0 0 0,0 1 0,0-1 0,0 1 0,-1 0 0,1 0 0,0 0 0,0 0 0,0 1 0,0-1 0,0 1 0,0 0 0,0 0 0,0 0 0,0 0 0,0 0 0,1 1 0,-1-1 0,0 1 0,1 0 0,-1 0 0,1 0 0,0 0 0,-1 0 0,-2 4 0,-7 10 0,1 1 0,0 0 0,1 0 0,1 1 0,-12 32 0,-24 101 0,36-115 0,8-34 0,0 0 0,1 0 0,-1 0 0,0 0 0,1 0 0,0 0 0,-1 0 0,1 0 0,0 0 0,0 0 0,0 0 0,0 0 0,1 0 0,-1 0 0,0 0 0,1 0 0,-1-1 0,1 1 0,0 0 0,0 0 0,0 0 0,0 0 0,2 3 0,-1-4 0,0 0 0,0 0 0,0-1 0,0 1 0,0 0 0,0-1 0,0 1 0,0-1 0,0 0 0,1 1 0,-1-1 0,0 0 0,0 0 0,0-1 0,0 1 0,0 0 0,0-1 0,3 0 0,6-2 0,1-1 0,-2 0 0,1-1 0,0 0 0,-1-1 0,0 0 0,10-8 0,-2-5 0,0 0 0,-2-1 0,0-1 0,-1 0 0,-1-1 0,-1-1 0,18-45 0,11-17 0,-41 83 0,0 1 0,-1-1 0,1 1 0,0-1 0,0 1 0,0-1 0,0 1 0,0 0 0,1-1 0,-1 1 0,0 0 0,1 0 0,-1 0 0,0 0 0,1 0 0,-1 0 0,1 0 0,0 1 0,2-2 0,-3 2 0,0 0 0,1 0 0,-1 1 0,0-1 0,0 0 0,1 1 0,-1-1 0,0 1 0,0-1 0,0 1 0,0-1 0,0 1 0,0 0 0,0 0 0,0-1 0,0 1 0,0 0 0,0 0 0,0 0 0,1 2 0,4 6 0,0 1 0,-1 0 0,0 0 0,6 17 0,-9-21 0,95 214 0,-55-114-1365,-29-81-5461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30.129"/>
    </inkml:context>
    <inkml:brush xml:id="br0">
      <inkml:brushProperty name="width" value="0.1" units="cm"/>
      <inkml:brushProperty name="height" value="0.1" units="cm"/>
      <inkml:brushProperty name="color" value="#008C3A"/>
    </inkml:brush>
  </inkml:definitions>
  <inkml:trace contextRef="#ctx0" brushRef="#br0">0 46 24575,'86'-3'0,"88"-16"0,58-4 0,-228 23 0,9-1 0,1 1 0,-1 0 0,1 1 0,-1 1 0,23 4 0,-32-4 0,0 0 0,0-1 0,0 1 0,-1 0 0,1 1 0,-1-1 0,1 1 0,-1 0 0,1-1 0,-1 1 0,0 1 0,-1-1 0,1 0 0,0 1 0,-1-1 0,0 1 0,0 0 0,0 0 0,0 0 0,-1 0 0,0 0 0,2 5 0,4 28 0,-2 1 0,-2 0 0,-1 0 0,-1 0 0,-7 53 0,2-12 0,-22 160 127,7-80-1619,15-114-5334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30.820"/>
    </inkml:context>
    <inkml:brush xml:id="br0">
      <inkml:brushProperty name="width" value="0.1" units="cm"/>
      <inkml:brushProperty name="height" value="0.1" units="cm"/>
      <inkml:brushProperty name="color" value="#008C3A"/>
    </inkml:brush>
  </inkml:definitions>
  <inkml:trace contextRef="#ctx0" brushRef="#br0">1 109 24575,'15'0'0,"13"-8"0,9-2 0,6 1 0,3 1 0,1-5 0,1-1 0,-1 3 0,0 2 0,-9-4 0,-10 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32.763"/>
    </inkml:context>
    <inkml:brush xml:id="br0">
      <inkml:brushProperty name="width" value="0.1" units="cm"/>
      <inkml:brushProperty name="height" value="0.1" units="cm"/>
      <inkml:brushProperty name="color" value="#008C3A"/>
    </inkml:brush>
  </inkml:definitions>
  <inkml:trace contextRef="#ctx0" brushRef="#br0">934 1 24575,'-215'113'0,"60"-38"0,0-1 0,133-62 0,1 2 0,0 0 0,1 1 0,-32 32 0,8-3 0,20-22 0,1 1 0,2 1 0,0 1 0,1 1 0,2 0 0,-26 49 0,32-48 0,2 0 0,2 1 0,0-1 0,2 2 0,0-1 0,0 33 0,5-44 0,1-1 0,1 0 0,0 1 0,1-1 0,1 0 0,0 0 0,2 0 0,0 0 0,0-1 0,1 0 0,1 0 0,12 19 0,-3-12 0,0 0 0,2-1 0,0-1 0,1 0 0,35 25 0,116 72 0,-39-30 0,-106-71 0,0 0 0,1-1 0,1-2 0,0 0 0,1-2 0,0-1 0,0-1 0,1-2 0,1-1 0,-1-1 0,1-1 0,-1-2 0,45-2 0,10 0 0,100-4 0,-173 2 0,0-1 0,-1 0 0,0 0 0,0-1 0,0 0 0,0-1 0,0 0 0,-1-1 0,0 0 0,0 0 0,-1-1 0,0 0 0,0-1 0,10-12 0,10-13 0,-1-1 0,25-45 0,-37 53 0,-1-1 0,-2 0 0,0-1 0,-2 0 0,-1 0 0,-2-1 0,0 0 0,2-34 0,-3-7 0,-3-1 0,-8-88 0,1 118 0,-2 0 0,-2 1 0,-2 0 0,-1 1 0,-2 0 0,-30-62 0,34 85 0,0 1 0,0 1 0,-2-1 0,0 1 0,0 1 0,-19-17 0,-88-65 0,72 60 0,29 22 14,0 1-1,-1 2 0,-1-1 0,1 2 1,-1 1-1,-1 0 0,0 1 1,-28-6-1,8 6-384,0 2-1,0 1 1,-54 3 0,55 1-6455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35.515"/>
    </inkml:context>
    <inkml:brush xml:id="br0">
      <inkml:brushProperty name="width" value="0.1" units="cm"/>
      <inkml:brushProperty name="height" value="0.1" units="cm"/>
      <inkml:brushProperty name="color" value="#008C3A"/>
    </inkml:brush>
  </inkml:definitions>
  <inkml:trace contextRef="#ctx0" brushRef="#br0">725 89 24575,'0'-1'0,"-1"-1"0,1 1 0,-1-1 0,1 1 0,-1 0 0,0-1 0,0 1 0,1 0 0,-1-1 0,0 1 0,0 0 0,0 0 0,0 0 0,-1 0 0,1 0 0,0 0 0,0 0 0,-1 0 0,1 0 0,0 1 0,-1-1 0,1 1 0,-1-1 0,-2 0 0,-44-12 0,36 10 0,-66-13 0,0 3 0,0 4 0,-132 1 0,196 8 0,0 1 0,0 0 0,0 0 0,0 2 0,0 0 0,0 0 0,-21 9 0,31-10 0,0 0 0,1 0 0,-1 1 0,0-1 0,1 1 0,-1 0 0,1 0 0,0 0 0,0 1 0,0-1 0,0 1 0,1-1 0,0 1 0,-1 0 0,1 0 0,0 0 0,1 0 0,-1 0 0,1 0 0,0 1 0,0-1 0,0 0 0,1 1 0,-1-1 0,1 1 0,0-1 0,1 6 0,0-3 0,1 0 0,-1 0 0,1 0 0,1 0 0,-1 0 0,1 0 0,1-1 0,-1 1 0,1-1 0,0 0 0,1 0 0,-1 0 0,1-1 0,0 1 0,0-1 0,1-1 0,0 1 0,10 6 0,9 5 0,0-1 0,2-1 0,32 12 0,48 10 0,-69-24 0,60 26 0,97 70 0,-191-105 0,1-1 0,-1 1 0,0 0 0,1 1 0,-1-1 0,-1 1 0,1 0 0,0-1 0,-1 2 0,0-1 0,0 0 0,0 1 0,4 8 0,-7-11 0,1 1 0,-1-1 0,1 0 0,-1 0 0,0 0 0,0 0 0,0 1 0,0-1 0,0 0 0,0 0 0,-1 0 0,1 0 0,-1 0 0,0 0 0,1 1 0,-1-1 0,0-1 0,0 1 0,0 0 0,0 0 0,-1 0 0,1 0 0,0-1 0,-1 1 0,0-1 0,1 1 0,-1-1 0,0 1 0,1-1 0,-1 0 0,0 0 0,0 0 0,0 0 0,-4 1 0,-14 6 0,-1-2 0,0 0 0,0-1 0,-1-1 0,0-1 0,1-1 0,-1-1 0,-30-2 0,20 1 0,1 1 0,-1 1 0,-36 8 0,46-4 0,-63 11 0,79-16 0,1 0 0,-1 0 0,0-1 0,1 0 0,-1-1 0,0 1 0,1-1 0,-1 0 0,1 0 0,-1-1 0,-9-3 0,13 3 0,0 1 0,0-1 0,1 0 0,-1 0 0,0 0 0,1 0 0,-1 0 0,1-1 0,0 1 0,-1 0 0,1-1 0,0 1 0,1-1 0,-1 1 0,0-1 0,1 1 0,-1-1 0,1 1 0,0-1 0,0 0 0,0 1 0,0-1 0,0 1 0,1-1 0,-1 0 0,1 1 0,-1-1 0,1 1 0,2-4 0,1-8 0,1 1 0,1 0 0,0 0 0,9-12 0,-8 13 0,19-31 0,52-65 0,-66 94 0,0 1 0,1 1 0,1 0 0,-1 1 0,2 0 0,0 1 0,0 1 0,22-11 0,10-1-341,0 2 0,1 1-1,69-14 1,-84 26-6485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37.596"/>
    </inkml:context>
    <inkml:brush xml:id="br0">
      <inkml:brushProperty name="width" value="0.1" units="cm"/>
      <inkml:brushProperty name="height" value="0.1" units="cm"/>
      <inkml:brushProperty name="color" value="#008C3A"/>
    </inkml:brush>
  </inkml:definitions>
  <inkml:trace contextRef="#ctx0" brushRef="#br0">1431 182 24575,'0'-2'0,"-1"1"0,1-1 0,0 1 0,-1-1 0,1 1 0,-1-1 0,0 1 0,0-1 0,1 1 0,-1-1 0,0 1 0,0 0 0,0 0 0,0-1 0,-1 1 0,1 0 0,0 0 0,0 0 0,-1 0 0,-1-1 0,-34-17 0,23 13 0,-25-15 0,-2 2 0,0 1 0,-1 3 0,-1 1 0,0 2 0,-79-12 0,-284 19 0,225 9 0,168-4 0,0 1 0,-1 0 0,1 1 0,0 1 0,0 0 0,1 0 0,-1 2 0,1-1 0,0 2 0,0 0 0,0 0 0,1 1 0,-11 8 0,6-2 0,0 1 0,1 1 0,1 0 0,1 1 0,0 0 0,1 1 0,-16 29 0,15-22 0,0 0 0,2 1 0,0 1 0,2-1 0,1 2 0,1-1 0,1 1 0,2 0 0,-3 49 0,6-38 0,2 1 0,11 73 0,-7-90 0,0-1 0,1 0 0,1 0 0,1-1 0,1 0 0,19 31 0,23 33 0,44 66 0,-79-128 0,1-1 0,1-1 0,1 0 0,36 27 0,26 15 0,138 80 0,-186-125 0,0-1 0,0-1 0,1-2 0,1-2 0,0-1 0,1-1 0,71 6 0,19-9 0,178-14 0,-293 7 0,0 0 0,0-1 0,-1-1 0,1 0 0,-1 0 0,0-1 0,0 0 0,0-1 0,0 0 0,-1-1 0,0 0 0,0 0 0,0-1 0,-1 0 0,0 0 0,0-1 0,-1 0 0,0-1 0,-1 1 0,0-1 0,0-1 0,-1 1 0,0-1 0,0 0 0,-1 0 0,0 0 0,-1-1 0,-1 1 0,4-22 0,-5-14 0,-1 1 0,-3-1 0,-1 1 0,-20-85 0,16 79 0,-3-77 0,9 76 0,-14-74 0,11 100 0,2 8 0,0 1 0,-1-1 0,-1 1 0,-1 0 0,0 0 0,-1 1 0,-16-26 0,3 7 0,0 0 0,-27-72 0,20 42 0,15 34-1365,3 3-5461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14T03:49:41.688"/>
    </inkml:context>
    <inkml:brush xml:id="br0">
      <inkml:brushProperty name="width" value="0.1" units="cm"/>
      <inkml:brushProperty name="height" value="0.1" units="cm"/>
      <inkml:brushProperty name="color" value="#008C3A"/>
    </inkml:brush>
  </inkml:definitions>
  <inkml:trace contextRef="#ctx0" brushRef="#br0">120 10165 24575,'0'-1834'0,"54"1096"0,-26 473 0,-18 161 0,32-489 0,-41 222 0,15-358 0,13 144 0,13-163 0,21 244 0,-12 121 0,-30-254 0,-19 596 0,1 0 0,14-64 0,4-45 0,-17-439 0,-7 304 0,3 272 0,1-32 0,-2-1 0,-3 0 0,-10-54 0,-31-179 0,34 197 0,-2-67 0,9-233 0,6 198 0,-2 176 0,-1-1 0,1 1 0,-1 0 0,-1 0 0,1 0 0,-2 0 0,1 0 0,-1 0 0,0 0 0,-8-13 0,9 19 0,1-1 0,-1 1 0,-1-1 0,1 1 0,0 0 0,0-1 0,-1 1 0,1 0 0,-1 1 0,0-1 0,0 0 0,1 1 0,-1 0 0,0-1 0,0 1 0,0 0 0,-1 1 0,1-1 0,0 0 0,0 1 0,0 0 0,0 0 0,-1 0 0,1 0 0,0 0 0,0 1 0,0-1 0,0 1 0,-1 0 0,1 0 0,-3 1 0,1 0 0,1 0 0,-1 1 0,0-1 0,1 1 0,-1 0 0,1 0 0,0 0 0,0 1 0,0-1 0,1 1 0,-1 0 0,1 0 0,0 0 0,0 0 0,0 1 0,0 0 0,-2 8 0,-2 6 0,1 0 0,0 1 0,-2 27 0,-11 32 0,12-65 0,0 0 0,-2 0 0,1-1 0,-2 0 0,0 0 0,-18 17 0,-7 10 0,17-20 0,9-10 0,-1 1 0,2 0 0,0 0 0,-14 23 0,22-32 0,-1 0 0,0 0 0,0-1 0,1 1 0,-1 0 0,1 0 0,-1 0 0,1 0 0,0 0 0,-1-1 0,1 1 0,0 0 0,0 0 0,1 0 0,-1 0 0,0 0 0,1 0 0,-1 0 0,1-1 0,0 1 0,-1 0 0,1 0 0,0-1 0,0 1 0,0 0 0,0-1 0,0 1 0,1-1 0,-1 1 0,0-1 0,1 0 0,-1 0 0,1 1 0,-1-1 0,1 0 0,0 0 0,-1 0 0,1-1 0,0 1 0,0 0 0,0-1 0,1 1 0,1 1 0,-1-1 0,0 0 0,1 0 0,-1 0 0,1 0 0,-1-1 0,1 0 0,-1 1 0,1-1 0,-1 0 0,1-1 0,-1 1 0,1 0 0,-1-1 0,1 0 0,-1 0 0,1 0 0,-1 0 0,0-1 0,0 1 0,1-1 0,-1 0 0,0 0 0,-1 0 0,1 0 0,0-1 0,4-3 0,2-6 0,0-1 0,-1 0 0,0 0 0,-1 0 0,7-19 0,3-5 0,1 1 0,-16 28 0,2 0 0,-1 0 0,1 0 0,0 1 0,1 0 0,0-1 0,0 2 0,0-1 0,1 1 0,0-1 0,0 2 0,0-1 0,1 1 0,10-7 0,-2 4 0,0 1 0,0 0 0,0 2 0,1-1 0,0 2 0,0 0 0,0 1 0,1 1 0,29-1 0,-34 3 0,1 1 0,-1 1 0,1 0 0,-1 1 0,0 0 0,0 1 0,0 0 0,-1 1 0,1 0 0,-1 1 0,-1 1 0,1-1 0,13 12 0,0 4 0,-1 2 0,0 0 0,-2 1 0,-1 2 0,-1 0 0,-1 1 0,26 57 0,-37-74-341,-1 0 0,2 0-1,11 15 1,3-1-6485</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9T10:36:48.925"/>
    </inkml:context>
    <inkml:brush xml:id="br0">
      <inkml:brushProperty name="width" value="0.05292" units="cm"/>
      <inkml:brushProperty name="height" value="0.05292" units="cm"/>
      <inkml:brushProperty name="color" value="#FF0000"/>
    </inkml:brush>
  </inkml:definitions>
  <inkml:trace contextRef="#ctx0" brushRef="#br0">8345 1385,'0'0,"0"0,0 0,0 0,0 0,0 9,0 11,0 10,0-1,0 3,0 4,0 5,0-41,0 52,0-52,0 71,0 12,-4 17,-2-12,-2-11,8-77,-6 84,1 4,5-88,-3 96,3-96,-3 101,3-101,0 109,0-9,0-22,0-78,0 0,0 0,3 55,-3-55,0 0,3 34,4-19</inkml:trace>
  <inkml:trace contextRef="#ctx0" brushRef="#br0" timeOffset="880.65">9006 1831,'-5'11,"2"10,-4 4,1 4,-7 5,4 2,6 3,1 5,2-44,-3 47,3-47,-3 56,3-56,3 71,0-3,5-3,-8-65,19 59,-19-59,30 52,-30-52,39 37,-39-37,45 20,-45-20,57 3,-57-3,62-17,-62 17,60-26,-60 26,55-39,-11-2,-6-3,-7 4,-10-1,1 1,-6-4,-16 44,10-47,-10 47,3-52,-3 52,-7-61,7 61,-22-60,-13 3,-3 10,-1 8,1 9,5 9,-2 5,8 3,4 7,-3 3,1 6,0 3,-1 7,9 1,6 0,5 3,12 2,2-6,16-6,4-7</inkml:trace>
  <inkml:trace contextRef="#ctx0" brushRef="#br0" timeOffset="1446.94">10261 1536,'0'0,"0"0,0 0,0 12,0 15,0 11,0 1,0 5,0-1,0-43,5 50,-5-50,10 62,-10-62,9 80,-9-80,9 104,-9-104,7 111,-7-111,2 111,-8-11,3-19,3-81,-3 67,3-67,-5 48,5-48,0 0,7 38</inkml:trace>
  <inkml:trace contextRef="#ctx0" brushRef="#br0" timeOffset="2157.02">11039 1482,'0'0,"0"0,0 0,0 0,0 0,0 0,0 0,0 12,0 13,0 11,0-2,0 7,0 1,-3 11,0 2,-2 10,-3 2,-3 4,1 2,2-6,-1-1,4 5,-1 6,-5 22,-11 18,-4 5</inkml:trace>
  <inkml:trace contextRef="#ctx0" brushRef="#br0" timeOffset="12588.06">9225 2895,'0'0,"0"0,0 0,0 0,0 0,0 0,0 0,0 0,0 0,0 0,-9 3,1 6,-8 8,0-3,3 4,-2-5,5 0,-4 4,1-2,-2 2,2-2,-3 2,16-17,-17 22,17-22,-26 26,26-26,-33 30,-16 9,5-6,44-33,-41 33,41-33,-48 36,48-36,-44 34,-3-4,47-30,0 0,-43 35,43-35,0 0,-47 33,2-2,4-1,10-9,31-21,0 0,0 0,-30 23,30-23,0 0,0 0,-21 12,2-9</inkml:trace>
  <inkml:trace contextRef="#ctx0" brushRef="#br0" timeOffset="13052.06">8530 3395,'0'0,"0"0,0 0,0 0,0 0,0 0,0 0,0 0,0 0,-7 1,-8 12,-2 3,0 2,3 0,2-2,2 2,-6 1,5 1,-2 1,2-7,2 2,-1-2,7-2,-3-2,4 0,4-3,5-6,5 2,8-3,4 0,3 0,8 0,4 3,9-2,-6 4</inkml:trace>
  <inkml:trace contextRef="#ctx0" brushRef="#br0" timeOffset="15971.91">10323 3006,'0'0,"0"0,0 0,-13 0,-6 8,-9 3,4 5,6 0,3-2,-6 0,0 3,-2 0,-4 1,27-18,-33 20,33-20,-45 30,0 2,-3-5,48-27,-47 31,47-31,-57 32,57-32,-67 36,67-36,-91 48,91-48,-102 50,102-50,-94 45,19-8,75-37,-60 30,60-30,0 0,0 0,-39 17,4-8</inkml:trace>
  <inkml:trace contextRef="#ctx0" brushRef="#br0" timeOffset="16332.51">9124 3488,'0'0,"0"0,0 0,-6 0,-7 0,-11 7,-3 9,6 1,8 7,-1-2,4 3,0 0,4-3,0-1,8-8,7-4,5-6,11-6,7-6,6-4,16-8,1 3,2 2,-57 16,58-9,10 5</inkml:trace>
  <inkml:trace contextRef="#ctx0" brushRef="#br0" timeOffset="18949.68">10976 2988,'0'0,"0"0,0 0,0 0,0 0,0 0,0 0,0 0,0 0,0 11,-5 6,2 11,-4-3,-2-3,-5 0,2-5,-5-1,4-1,-2 4,15-19,-23 20,23-20,-30 27,30-27,-42 36,-4 3,0 0,46-39,-49 39,49-39,-57 39,-1-2,-2 0,60-37,-57 33,1 0,56-33,-56 30,0 2,56-32,-59 30,59-30,-55 31,55-31,-57 30,57-30,0 0,0 0,-56 25,5-11</inkml:trace>
  <inkml:trace contextRef="#ctx0" brushRef="#br0" timeOffset="19381.1">9897 3576,'0'0,"0"0,0 0,-6 2,-7 5,-7 4,-4 5,6 0,0 2,0 0,2 0,2 1,-3 1,1-4,2 0,2-3,12-13,0 0,0 0,-7 16,7-16,0 0,6 21,5 0,13-3,7-3,9-4,23 0</inkml:trace>
  <inkml:trace contextRef="#ctx0" brushRef="#br0" timeOffset="21227">8193 4584,'0'0,"-7"3,-8 6,-5 8,-3 2,3 4,5 1,3 2,-1 4,13-30,-8 36,8-36,-9 45,9-45,0 66,0-66,12 64,12-8,6-8,9-12,1-8,4-6,5-8,3-8,-6-6,5-6,-5-8,0-5,-4-3,-1-3,-6-4,-5-5,-3-1,-9-1,-6 0,-12 36,3-37,-3 37,-11-39,11 39,-25-56,-16 8,-10 7,-1 5,0 10,6 2,-1 10,7 2,2 7,2 7,9 5,0 9,2 2,3 6,12 0</inkml:trace>
  <inkml:trace contextRef="#ctx0" brushRef="#br0" timeOffset="21649.99">9181 4362,'0'0,"0"0,0 0,0 0,0 12,0 16,0 12,6 4,4 4,-10-48,6 56,-6-56,5 72,-4 12,-1 16,0-100,-3 92,-3-5,6-87,-13 88,13-88,0 0,0 0,0 64,13-29</inkml:trace>
  <inkml:trace contextRef="#ctx0" brushRef="#br0" timeOffset="21982.9">10130 4336,'0'0,"0"0,0 0,-5 16,2 18,-3 25,2 6,4 10,4 20,2 7,-12 4,-2 8,-7 1</inkml:trace>
  <inkml:trace contextRef="#ctx0" brushRef="#br0" timeOffset="31612.99">10917 4337,'0'0,"0"0,0 0,-6 0,-5 0,-8 0,-2 0,4 0,-4 0,4 5,-2 3,3 3,-1 4,1 4,3-5,0 1,-4 1,17-16,0 0,-18 19,18-19,0 0,-21 25,21-25,-24 33,24-33,0 0,-32 45,7 3,3-3,4-7,6-2,12-36,0 0,-6 31,6-31,0 0,-7 40,7-40,-5 55,4-3,1-7,1-4,-1-41,0 0,7 41,-7-41,0 0,9 41,-9-41,0 0,0 0,21 42,-21-42,0 0,28 42,-28-42,0 0,0 0,43 36,-43-36,0 0,51 26,-51-26,0 0,61 19,-61-19,0 0,62 7,0-7,-7-7,-8-5,-11 1,-6-3,-30 14,0 0,23-19,-23 19,27-28,-27 28,22-36,0-9,-22 45,14-50,-14 50,11-57,-11 57,5-63,-2-4,-1 5,-4 2,-1 6,-2 2,-6 2,0 2,-6 5,-8-2,-1 7,-7 4,-15 12,-16 14</inkml:trace>
  <inkml:trace contextRef="#ctx0" brushRef="#br0" timeOffset="45863.54">8013 2296,'0'0,"0"0,0 0,0 0,0 0,0 0,0 0,-10 0,-10 0,0 0,2 0,-1 0,3 4,-5 6,4-1,-5 2,3 0,3 0,-1 3,0 0,17-14,-21 16,21-16,-24 20,24-20,-33 28,-7 5,2 0,0-2,5-2,33-29,-31 31,31-31,-37 35,1 4,36-39,-38 42,38-42,-35 46,-1-2,6 0,30-44,-30 47,7 0,-2-4,25-43,-24 49,4 1,20-50,-19 57,-3-1,22-56,-19 61,19-61,-19 66,19-66,-17 78,-4 22,21-100,-19 112,19-112,-19 109,3-6,2-11,14-92,-11 84,-1-1,12-83,-7 96,4-4,3-92,-3 103,3-1,0-7,0-95,4 87,-4-87,8 99,0 16,3-8,0-10,-3-8,2-7,4-6,0 0,2-1,5-1,0-4,3-11,-3-3,6 6,1-1,1 6,6 0,4 0,5 13,7 1,-5-5,6-7,0-4,-3-5,5-1,1-5,3 1,0-2,3-8,7 2,-2-3,4-2,0-6,5 1,2-6,0 1,2-4,-2-7,4-5,3-3,0-4,1 0,-3-6,7-3,-7-3,3-4,-2-4,4-3,-4-4,-2-6,1-6,-5-4,-2 1,-5-3,-1-3,-4-1,-5-6,-12 7,-4 0,0-7,2-2,-2-2,-3-2,0 0,-1-2,-2-4,-5 4,0 0,1 0,0-3,-2 0,-7 1,5 2,-4-2,-26 56,28-58,-28 58,28-63,-28 63,35-69,-35 69,37-84,-37 84,0 0,0 0,30-78,-16 18,-14 60,0 0,0 0,-4-33,-6 20,-6 9,16 4,-21 4,-7 12,0-1,-3 4,31-19,0 0,-33 25,33-25,0 0,0 0,-33 28,14-8,13-15,15-11,9-10,7-6,8 1,-33 21,46-29,-46 29,0 0,51-23,-51 23,55-12,-5 19,-50-7,41 28,-11 22,-4 15,-10 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4:40.438"/>
    </inkml:context>
    <inkml:brush xml:id="br0">
      <inkml:brushProperty name="width" value="0.1" units="cm"/>
      <inkml:brushProperty name="height" value="0.1" units="cm"/>
      <inkml:brushProperty name="color" value="#008C3A"/>
    </inkml:brush>
  </inkml:definitions>
  <inkml:trace contextRef="#ctx0" brushRef="#br0">1 9053 24575,'0'-1782'0,"4"1714"0,4 0 0,2 0 0,4 1 0,24-75 0,22-107 0,-43 159 0,-4 25 0,7-110 0,-16 133 0,11-56 0,-7 58 0,3-65 0,-9-657 0,-5 365 0,3-63 0,-2 422 0,-1 1 0,-10-39 0,-3-37 0,-6-68 0,11 108 0,2-32 0,8-182 0,4 127 0,-3-3113-1365,0 3242-5461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4:44.740"/>
    </inkml:context>
    <inkml:brush xml:id="br0">
      <inkml:brushProperty name="width" value="0.1" units="cm"/>
      <inkml:brushProperty name="height" value="0.1" units="cm"/>
      <inkml:brushProperty name="color" value="#008C3A"/>
    </inkml:brush>
  </inkml:definitions>
  <inkml:trace contextRef="#ctx0" brushRef="#br0">529 1 24575,'-4'1'0,"-1"1"0,1 0 0,-1-1 0,1 2 0,0-1 0,0 0 0,0 1 0,0 0 0,0 0 0,1 0 0,-1 0 0,1 1 0,0-1 0,-4 7 0,-14 11 0,-145 142 0,92-87 0,57-56 0,1-1 0,1 2 0,-23 43 0,24-39 0,-1-1 0,-34 42 0,36-54 0,10-10 0,1 1 0,-1-1 0,1 0 0,-1 1 0,1-1 0,0 1 0,0 0 0,0-1 0,0 1 0,0 0 0,-1 6 0,3-9 0,0 0 0,-1 0 0,1 0 0,0 0 0,0 1 0,0-1 0,0 0 0,0 0 0,0 0 0,0 0 0,0 0 0,0 0 0,0 0 0,0 0 0,0 1 0,0-1 0,0 0 0,1 0 0,-1 0 0,0 0 0,0 0 0,0 0 0,0 0 0,0 0 0,0 0 0,0 1 0,0-1 0,0 0 0,0 0 0,0 0 0,0 0 0,0 0 0,1 0 0,-1 0 0,0 0 0,0 0 0,0 0 0,0 0 0,0 0 0,0 0 0,0 0 0,0 0 0,1 0 0,-1 0 0,0 0 0,0 0 0,0 0 0,0 0 0,0 0 0,0 0 0,0 0 0,0 0 0,1 0 0,-1 0 0,0 0 0,0 0 0,0 0 0,0 0 0,0 0 0,0 0 0,0 0 0,0 0 0,1 0 0,9-8 0,8-11 0,38-79 0,-36 60 0,33-48 0,-22 43 0,-10 12 0,35-41 0,-49 65 0,0-1 0,1 1 0,0 0 0,0 1 0,0 0 0,1 1 0,0-1 0,0 1 0,0 1 0,11-4 0,-14 7 0,0 0 0,0 1 0,0-1 0,0 1 0,0 1 0,0-1 0,0 1 0,0 0 0,0 0 0,0 1 0,0 0 0,0 0 0,-1 0 0,1 0 0,-1 1 0,0 0 0,0 0 0,0 1 0,0 0 0,0-1 0,-1 2 0,8 7 0,2 3 0,-1 0 0,-1 0 0,0 1 0,-1 1 0,15 32 0,-15-26 0,-2 0 0,0 1 0,8 43 0,-12-49-136,1 0-1,0 0 1,2-1-1,-1 0 1,2-1-1,1 1 1,0-2-1,0 1 0,22 22 1,-16-23-6690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5:04.470"/>
    </inkml:context>
    <inkml:brush xml:id="br0">
      <inkml:brushProperty name="width" value="0.1" units="cm"/>
      <inkml:brushProperty name="height" value="0.1" units="cm"/>
      <inkml:brushProperty name="color" value="#008C3A"/>
    </inkml:brush>
  </inkml:definitions>
  <inkml:trace contextRef="#ctx0" brushRef="#br0">0 0 24575,'3'32'0,"2"-1"0,0 0 0,2 0 0,1 0 0,24 55 0,2 14 0,22 59 0,12 43 0,-55-158 0,29 65 0,-22-62 0,14 53 0,-6-7 0,-9-29 0,12 67 0,-31-130 0,16 88 0,-4 2 0,0 97 0,-13-133 0,4 0 0,15 91 0,-3-46 0,8 35 0,29 144 0,-44-231 0,2-2 0,2 1 0,20 48 0,1 7 0,-22-69 0,1-1 0,1 0 0,2-1 0,23 36 0,-27-47 0,-1 0 0,-1 0 0,0 1 0,-1 0 0,-2 0 0,0 1 0,-1-1 0,-1 1 0,-1 1 0,0 28 0,19 155 0,-9-108 0,23 78 0,-24-130 0,-2 0 0,-3 1 0,4 56 0,-11-68 0,0 10 0,12 91 0,0-70 0,3 20 0,28 94 0,-31-136 0,7 52 0,-13-59 0,1-1 0,23 66 0,-17-64 0,-2 2 0,11 67 0,10 39 0,-26-121 0,-1 0 0,-1 0 0,1 35 0,-3-32 0,1 1 0,9 35 0,32 149 0,-39-186 0,-1 1 0,1 28 0,-4-29 0,2-1 0,8 39 0,-4-33 0,-2 0 0,2 64 0,-3-22 0,0-50 0,0-1 0,2-1 0,15 41 0,-12-40 0,-2 0 0,0 0 0,4 35 0,-5 29 0,-5-53 0,10 67 0,11 24 0,-13-67 0,2-1 0,19 57 0,-23-91 0,-2-1 0,-1 1 0,-1 1 0,0 41 0,-2-39 0,1 1 0,1-1 0,7 32 0,-2-23 0,-2 0 0,2 63 0,-5-55 0,9 55 0,-4-48 0,2 95 0,-4-45 0,-1-63 0,1 0 0,22 64 0,3 19 0,43 210 0,-58-262 0,-9-44 0,-2 0 0,5 46 0,-8 115-20,-3-115-1325,0-38-5481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5:07.204"/>
    </inkml:context>
    <inkml:brush xml:id="br0">
      <inkml:brushProperty name="width" value="0.1" units="cm"/>
      <inkml:brushProperty name="height" value="0.1" units="cm"/>
      <inkml:brushProperty name="color" value="#008C3A"/>
    </inkml:brush>
  </inkml:definitions>
  <inkml:trace contextRef="#ctx0" brushRef="#br0">1 1 24575,'3'1'0,"0"0"0,0 1 0,0-1 0,0 1 0,0 0 0,0 0 0,0 0 0,0 0 0,-1 0 0,1 0 0,-1 1 0,0 0 0,4 4 0,3 4 0,141 157 0,-58-61 0,8 27 0,-10-13 0,-89-119 0,0 0 0,1 0 0,-1 0 0,1-1 0,0 1 0,-1-1 0,1 1 0,0-1 0,0 0 0,0 1 0,0-1 0,0 0 0,0 0 0,0 0 0,0-1 0,0 1 0,1 0 0,-1-1 0,0 1 0,4-1 0,-4-1 0,0 0 0,-1 1 0,1-1 0,-1 0 0,1-1 0,-1 1 0,1 0 0,-1 0 0,0-1 0,0 1 0,1 0 0,-1-1 0,0 0 0,0 1 0,-1-1 0,1 1 0,0-1 0,0 0 0,-1 0 0,1 1 0,-1-1 0,0 0 0,1 0 0,-1 0 0,0 0 0,0-2 0,4-44 0,-2-1 0,-6-75 0,1 68 0,5-78 0,14 61 124,-4 27-1613,-7 20-5337</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5:31.215"/>
    </inkml:context>
    <inkml:brush xml:id="br0">
      <inkml:brushProperty name="width" value="0.1" units="cm"/>
      <inkml:brushProperty name="height" value="0.1" units="cm"/>
      <inkml:brushProperty name="color" value="#008C3A"/>
    </inkml:brush>
  </inkml:definitions>
  <inkml:trace contextRef="#ctx0" brushRef="#br0">1 4082 24575,'0'-13'0,"0"-50"0,14-123 0,5-34 0,-13 109 0,11-27 0,-8 78 0,1-73 0,-11 12 0,-2 57 0,4-1 0,15-117 0,-2 110 0,3-6 0,-4-1 0,5-143 0,-16 172 0,13-81 0,3-31 0,-17-477 0,-3 304 0,0 296 0,-2 0 0,-9-40 0,6 37 0,-4-61 0,11 34 0,1 43 0,-1 1 0,-1 0 0,-1-1 0,-10-45 0,2 25-61,3 0 0,2 0 0,1 0 0,6-84 0,-1 62-999,-1 37-5766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5:32.567"/>
    </inkml:context>
    <inkml:brush xml:id="br0">
      <inkml:brushProperty name="width" value="0.1" units="cm"/>
      <inkml:brushProperty name="height" value="0.1" units="cm"/>
      <inkml:brushProperty name="color" value="#008C3A"/>
    </inkml:brush>
  </inkml:definitions>
  <inkml:trace contextRef="#ctx0" brushRef="#br0">1 38 24575,'296'-19'0,"5"0"0,-14 21-1365,-256-2-5461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5:34.735"/>
    </inkml:context>
    <inkml:brush xml:id="br0">
      <inkml:brushProperty name="width" value="0.1" units="cm"/>
      <inkml:brushProperty name="height" value="0.1" units="cm"/>
      <inkml:brushProperty name="color" value="#008C3A"/>
    </inkml:brush>
  </inkml:definitions>
  <inkml:trace contextRef="#ctx0" brushRef="#br0">299 47 24575,'-2'6'0,"0"-1"0,0 1 0,-1-1 0,0 0 0,0 0 0,-1 0 0,1 0 0,-1-1 0,0 1 0,0-1 0,0 0 0,-7 4 0,-1 5 0,-220 217 0,226-227 0,9-13 0,11-17 0,29-35 0,2 1 0,2 3 0,74-70 0,-120 127 0,0 0 0,0 0 0,0 0 0,0 0 0,1 0 0,-1 0 0,0 0 0,1 0 0,-1 0 0,0 1 0,1-1 0,-1 0 0,1 1 0,-1-1 0,1 1 0,-1 0 0,1-1 0,-1 1 0,1 0 0,-1 0 0,1 0 0,-1 0 0,1 0 0,-1 1 0,1-1 0,0 0 0,-1 1 0,1-1 0,-1 1 0,0-1 0,1 1 0,-1 0 0,1-1 0,-1 1 0,0 0 0,0 0 0,0 0 0,1 0 0,-1 0 0,0 0 0,0 1 0,0-1 0,0 0 0,-1 0 0,1 1 0,0-1 0,0 3 0,6 9 0,0 1 0,-1 0 0,-1 0 0,4 15 0,-5-15 0,65 236 0,-58-214-1365,0-9-5461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4:56.079"/>
    </inkml:context>
    <inkml:brush xml:id="br0">
      <inkml:brushProperty name="width" value="0.1" units="cm"/>
      <inkml:brushProperty name="height" value="0.1" units="cm"/>
      <inkml:brushProperty name="color" value="#008C3A"/>
    </inkml:brush>
  </inkml:definitions>
  <inkml:trace contextRef="#ctx0" brushRef="#br0">0 9345 24575,'22'-396'0,"-4"251"0,0 2 0,0-150 0,-20-1490 0,4 1740 0,3-1 0,11-50 0,-2 13 0,1-6 0,-6 45 0,5-85 0,-12 94 0,14-62 0,-10 62 0,6-63 0,-11-680 0,-3 375 0,2-1699 0,2 2071 0,1 1 0,1 0 0,8-28 0,5-25 0,-5 6 0,-2 20 0,5-108 0,-16-1200 0,-1 1335 0,-1 0 0,-11-48 0,8 46 0,0 0 0,0-35 0,4 32 0,-1 0 0,-15-62 0,12 56-341,1 1 0,1-1-1,3-50 1,2 57-6485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4:58.369"/>
    </inkml:context>
    <inkml:brush xml:id="br0">
      <inkml:brushProperty name="width" value="0.1" units="cm"/>
      <inkml:brushProperty name="height" value="0.1" units="cm"/>
      <inkml:brushProperty name="color" value="#008C3A"/>
    </inkml:brush>
  </inkml:definitions>
  <inkml:trace contextRef="#ctx0" brushRef="#br0">318 1 24575,'-6'2'0,"1"1"0,-1 0 0,0 1 0,1-1 0,0 1 0,-1 0 0,1 0 0,1 1 0,-1 0 0,-6 8 0,4-5 0,-55 53 0,30-31 0,0 2 0,2 1 0,-48 71 0,76-101 0,0 0 0,1 0 0,0-1 0,-1 1 0,1 0 0,0 0 0,0 1 0,1-1 0,-1 0 0,1 0 0,0 0 0,-1 5 0,2-8 0,-1 0 0,0 1 0,0-1 0,0 0 0,0 1 0,0-1 0,0 0 0,0 1 0,0-1 0,1 0 0,-1 1 0,0-1 0,0 0 0,0 0 0,1 1 0,-1-1 0,0 0 0,0 0 0,1 1 0,-1-1 0,0 0 0,1 0 0,-1 0 0,0 0 0,1 1 0,-1-1 0,0 0 0,1 0 0,-1 0 0,0 0 0,1 0 0,-1 0 0,0 0 0,1 0 0,-1 0 0,1 0 0,22-14 0,152-167 0,-109 108 0,-48 50 0,-17 20 0,0 1 0,1-1 0,-1 1 0,1-1 0,0 1 0,-1 0 0,1-1 0,0 1 0,0 0 0,1 0 0,-1 1 0,0-1 0,1 0 0,-1 1 0,1-1 0,-1 1 0,1 0 0,0 0 0,-1 0 0,1 0 0,0 1 0,0-1 0,0 1 0,0-1 0,0 1 0,4 0 0,6 3 0,-1 0 0,-1 1 0,1 0 0,0 1 0,-1 0 0,0 1 0,0 0 0,16 13 0,5 7 0,37 39 0,1 1 0,-65-62-85,3 1-98,-1 2 0,0-1 0,0 1 0,-1 0 1,0 0-1,7 12 0,-2 2-6643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5:39.941"/>
    </inkml:context>
    <inkml:brush xml:id="br0">
      <inkml:brushProperty name="width" value="0.1" units="cm"/>
      <inkml:brushProperty name="height" value="0.1" units="cm"/>
      <inkml:brushProperty name="color" value="#008C3A"/>
    </inkml:brush>
  </inkml:definitions>
  <inkml:trace contextRef="#ctx0" brushRef="#br0">0 1 24575,'1'23'0,"1"0"0,1 1 0,1-1 0,11 37 0,40 90 0,-10-33 0,68 271 0,1 86 0,-98-385 0,-11-56 0,2 1 0,18 57 0,-16-63 0,-1 0 0,-2 0 0,-1 1 0,3 54 0,-4-41 0,11 67 0,-7-63 0,2 48 0,14 135 0,-9-113 0,-8-73 0,20 69 0,-15-73 0,-3 1 0,6 46 0,9 65 0,-11-84 0,-6-33 0,3 0 0,25 60 0,-20-57 0,18 68 0,-9 9 0,46 177 0,-42-184 0,20 161 0,-7-28 0,-9-70 0,9 44 0,-17-100 0,14 159 0,-29-211 0,2-2 0,31 96 0,-2-12 0,-8-32 0,-19-75 0,-3 1 0,-1 0 0,7 63 0,-14-69 0,0 10 0,2 0 0,11 45 0,-9-53 0,-2 1 0,1 40 0,-3-38 0,10 59 0,-4-39 0,-1-1 0,-2 77 0,-5-73 0,16 108 0,30 67 0,-9-23 0,-22-107 0,-11-70 0,1 1 0,1-1 0,17 47 0,-9-35 0,16 94 0,0 4 0,-3-45 0,17 132 0,-8-12 0,-19-142 0,-11-54 0,-1 0 0,3 35 0,-6 149 11,-3-123-1387,0-53-5450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5:19.839"/>
    </inkml:context>
    <inkml:brush xml:id="br0">
      <inkml:brushProperty name="width" value="0.1" units="cm"/>
      <inkml:brushProperty name="height" value="0.1" units="cm"/>
      <inkml:brushProperty name="color" value="#008C3A"/>
    </inkml:brush>
  </inkml:definitions>
  <inkml:trace contextRef="#ctx0" brushRef="#br0">0 9457 24575,'0'-2040'0,"4"1990"0,1-1 0,3 2 0,2-1 0,29-87 0,-16 59 0,58-279 0,-43 80 0,-2-51 0,-24 212 0,-8-231 0,-6 178 0,2-1433 0,-2 1570 0,-1 0 0,-12-48 0,8 45 0,-5-65 0,10-604 0,5 340 0,0 222 0,-7-155 0,-13 208 0,11 65 0,1 1 0,-1-27 0,2-420 0,7 241 0,-3-286 0,-1 492 0,-2 1 0,0-1 0,-9-28 0,6 24 0,-6-49 0,10-177 43,3 140-1451,-1 81-5418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5:22.684"/>
    </inkml:context>
    <inkml:brush xml:id="br0">
      <inkml:brushProperty name="width" value="0.1" units="cm"/>
      <inkml:brushProperty name="height" value="0.1" units="cm"/>
      <inkml:brushProperty name="color" value="#008C3A"/>
    </inkml:brush>
  </inkml:definitions>
  <inkml:trace contextRef="#ctx0" brushRef="#br0">291 108 24575,'-8'3'0,"0"0"0,0 0 0,0 0 0,1 1 0,-1 1 0,1-1 0,-9 8 0,-14 12 0,2 1 0,-45 51 0,18-17 0,27-38 0,22-25 0,8-15 0,4-3 0,1 0 0,0 1 0,2 0 0,0 0 0,2 1 0,0 0 0,1 0 0,1 2 0,0 0 0,2 0 0,0 1 0,22-18 0,-29 28 0,0 1 0,1 0 0,0 1 0,1-1 0,-1 2 0,1-1 0,0 2 0,14-5 0,-16 7 0,-1 0 0,1 0 0,0 1 0,-1 0 0,1 0 0,0 1 0,-1 0 0,1 0 0,0 1 0,-1 0 0,0 0 0,9 4 0,4 4 0,0 0 0,-2 1 0,1 2 0,-1-1 0,-1 2 0,-1 0 0,0 1 0,28 35 0,-35-41-151,0-1-1,0 0 0,1 0 0,0-1 1,0 0-1,1-1 0,0 0 1,14 6-1,2-1-6674</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5:45.516"/>
    </inkml:context>
    <inkml:brush xml:id="br0">
      <inkml:brushProperty name="width" value="0.1" units="cm"/>
      <inkml:brushProperty name="height" value="0.1" units="cm"/>
      <inkml:brushProperty name="color" value="#008C3A"/>
    </inkml:brush>
  </inkml:definitions>
  <inkml:trace contextRef="#ctx0" brushRef="#br0">0 0 24575,'20'677'0,"-1"-79"0,-20-480 0,4 114 0,1-185 0,1-1 0,22 87 0,0-53 0,-17-52 0,0 0 0,6 37 0,-10-37 0,2 1 0,17 42 0,1 2 0,-12-18 0,11 85 0,-18-89 0,2-2 0,20 65 0,-4-35 0,-15-44 0,2-1 0,1 0 0,1-1 0,31 53 0,-8-26 0,-4 2 0,51 130 0,-70-157 0,-2 1 0,-1 0 0,-2 0 0,-2 1 0,-1 0 0,1 42 0,-4-39 0,12 70 0,-7-68 0,3 61 0,-9-65 0,1 0 0,3 0 0,1-1 0,17 55 0,-3-18 0,19 125 0,3 81 0,-35-238 0,2-1 0,1 0 0,22 49 0,-18-49 0,2 13 0,10 59 0,7 22 0,-18-75 0,13 109 0,-21-108 0,2-6 0,2 0 0,27 74 0,0 15 0,-28-95 0,12 70 0,14 50 0,-30-141 0,-1 0 0,-1 1 0,0 30 0,-2-26 0,13 62 0,-9-59 0,-1 1 0,1 74 0,-6-69 0,13 78 0,-6-70 0,3 96 0,-6-47 0,-2-76 0,1 0 0,2-1 0,0 0 0,10 23 0,-7-21 0,-2 1 0,10 49 0,2 21 0,-12-65 0,-1 0 0,3 36 0,-4-16 0,2-1 0,16 56 0,9 49 0,-14-36 0,-7-63 0,-4 0 0,1 58 0,-9-42 0,-1-42 0,1 0 0,2 0 0,1 0 0,1 0 0,8 35 0,36 148 0,-38-170 0,3 0 0,29 69 0,-36-97-195,0 0 0,-1 1 0,-1-1 0,0 1 0,0 0 0,-1 19 0,-1-4-6631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6:07.110"/>
    </inkml:context>
    <inkml:brush xml:id="br0">
      <inkml:brushProperty name="width" value="0.1" units="cm"/>
      <inkml:brushProperty name="height" value="0.1" units="cm"/>
      <inkml:brushProperty name="color" value="#E71224"/>
    </inkml:brush>
  </inkml:definitions>
  <inkml:trace contextRef="#ctx0" brushRef="#br0">116 9420 24575,'-4'-6'0,"-1"-2"0,1 1 0,1 0 0,0-1 0,0 1 0,0-1 0,1 0 0,0 0 0,0 0 0,1 0 0,0 0 0,0-10 0,-7-37 0,-3 7 0,2 0 0,2-1 0,3 0 0,2-69 0,0 79 0,-2 0 0,-8-41 0,5 37 0,-4-56 0,10 60 0,-1 2 0,1 0 0,1 0 0,2 0 0,2 1 0,16-69 0,20-21 0,93-268 0,-122 359 0,-2-2 0,-1 1 0,4-60 0,-1 6 0,0-18 0,-4-1 0,-10-124 0,1 66 0,-1 114 0,-3 0 0,-22-99 0,14 87 0,-6-78 0,14-390 0,9 286 0,-3-2659 0,-3 2858 0,-2 0 0,-3 0 0,-1 1 0,-16-47 0,15 54 0,1-6 0,3-1 0,2 0 0,2-1 0,6-77 0,-1 12 0,-2 71 0,-3 1 0,-1-1 0,-15-69 0,9 55 0,3 0 0,1-1 0,4 1 0,5-61 0,-1-5 0,-3-1128-1365,0 1218-5461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6:09.320"/>
    </inkml:context>
    <inkml:brush xml:id="br0">
      <inkml:brushProperty name="width" value="0.1" units="cm"/>
      <inkml:brushProperty name="height" value="0.1" units="cm"/>
      <inkml:brushProperty name="color" value="#E71224"/>
    </inkml:brush>
  </inkml:definitions>
  <inkml:trace contextRef="#ctx0" brushRef="#br0">282 0 24575,'-2'12'0,"0"-1"0,-1 0 0,0-1 0,-1 1 0,0 0 0,-1-1 0,-8 14 0,-3 10 0,-6 12 0,-28 44 0,29-56 0,2 2 0,-27 66 0,14-27 0,21-54 0,2 0 0,-7 24 0,15-44 0,1 0 0,-1-1 0,1 1 0,0 0 0,0 0 0,-1 0 0,1 0 0,0 0 0,0 0 0,0 0 0,0 0 0,0 0 0,0 0 0,0 0 0,1 0 0,-1 0 0,0 0 0,0 0 0,1 1 0,13-4 0,19-30 0,-6-8 0,-2-2 0,36-84 0,-38 76 0,-22 48 0,0-1 0,1 1 0,-1-1 0,0 1 0,1 0 0,-1 0 0,1 0 0,0 0 0,-1 0 0,1 0 0,0 1 0,0-1 0,0 0 0,1 1 0,-1 0 0,0-1 0,1 1 0,-1 0 0,0 0 0,1 0 0,4 0 0,-3 0 0,0 1 0,1 0 0,-1 1 0,0-1 0,1 1 0,-1 0 0,0 0 0,0 0 0,0 1 0,0-1 0,0 1 0,4 2 0,10 7 0,-1 0 0,-1 2 0,0 0 0,22 22 0,8 10-42,63 66-1281,-93-91-5503</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6:14.969"/>
    </inkml:context>
    <inkml:brush xml:id="br0">
      <inkml:brushProperty name="width" value="0.1" units="cm"/>
      <inkml:brushProperty name="height" value="0.1" units="cm"/>
      <inkml:brushProperty name="color" value="#E71224"/>
    </inkml:brush>
  </inkml:definitions>
  <inkml:trace contextRef="#ctx0" brushRef="#br0">186 8831 24575,'0'-1145'0,"2"1107"0,1-1 0,10-42 0,5-50 0,-10 60 0,21-96 0,5-40 0,-28 63 0,6-46 0,2 47 0,-5-224 0,-10 253 0,-3 43 0,-3 0 0,-19-87 0,10 79 0,-5-110 0,20 185 0,-20-332 0,12 254 0,-20-143 0,9 26 0,4 27 0,9 94 0,3-112 0,0-16 0,-13 78 0,-1-21 0,0-12 0,-1-10 0,20-58 0,-3-67 0,-16 175 0,10 83 0,-4-69 0,-6-141 0,0-60 0,19-1566 0,6 1802-1365,0 41-5461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6:42.080"/>
    </inkml:context>
    <inkml:brush xml:id="br0">
      <inkml:brushProperty name="width" value="0.1" units="cm"/>
      <inkml:brushProperty name="height" value="0.1" units="cm"/>
      <inkml:brushProperty name="color" value="#E71224"/>
    </inkml:brush>
  </inkml:definitions>
  <inkml:trace contextRef="#ctx0" brushRef="#br0">312 1 24575,'-221'242'0,"197"-216"0,2 1 0,-23 35 0,103-113 0,79-87 0,-132 134 0,0 0 0,0 1 0,0 0 0,0 0 0,1 0 0,-1 1 0,1 0 0,-1 0 0,1 0 0,0 1 0,0-1 0,0 2 0,0-1 0,0 1 0,-1-1 0,1 1 0,0 1 0,0 0 0,0-1 0,0 2 0,0-1 0,0 1 0,-1 0 0,1 0 0,9 5 0,12 7 0,-1 1 0,0 1 0,42 34 0,-57-41 0,9 7-112,-11-9-45,-1 0 1,1 0-1,0-1 0,1 0 1,0 0-1,0-1 1,14 5-1,2-4-6669</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6:59.883"/>
    </inkml:context>
    <inkml:brush xml:id="br0">
      <inkml:brushProperty name="width" value="0.1" units="cm"/>
      <inkml:brushProperty name="height" value="0.1" units="cm"/>
      <inkml:brushProperty name="color" value="#E71224"/>
    </inkml:brush>
  </inkml:definitions>
  <inkml:trace contextRef="#ctx0" brushRef="#br0">2202 0 24575,'0'630'0,"-2"-568"0,-14 71 0,-1 34 0,15-99 0,-19 226 0,9-86 0,13-158 0,-3 0 0,-2 0 0,-2-1 0,-14 59 0,-31 53 0,13-42 0,-24 131 0,31-112 0,-66 181 0,13-54 0,69-219 0,-27 55 0,26-66 0,2 0 0,1 1 0,-12 54 0,-46 203 0,0 3 0,20-82 0,19-92 0,-114 426 0,121-483 0,-2 0 0,-66 113 0,-17 36 0,-15 101 0,53-127 0,-24 99 0,21-53 0,34-86 0,1-3 0,-15 47 0,7-21 0,-52 96 0,32-74 0,11-26 0,-5-18 0,40-83 0,-35 129 0,51-173 36,-1 0-1,-17 36 0,1 0-1506,15-35-5355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6:38.442"/>
    </inkml:context>
    <inkml:brush xml:id="br0">
      <inkml:brushProperty name="width" value="0.1" units="cm"/>
      <inkml:brushProperty name="height" value="0.1" units="cm"/>
      <inkml:brushProperty name="color" value="#E71224"/>
    </inkml:brush>
  </inkml:definitions>
  <inkml:trace contextRef="#ctx0" brushRef="#br0">0 9384 24575,'0'-1306'0,"3"1246"0,13-75 0,2-47 0,-16-701 0,-4 422 0,8 336 0,41-226 0,-3 52 0,50-285 0,-80 484 0,-5 0 0,-4-145 0,-1 15 0,13 57 0,1-43 0,-18 212 0,0-61 0,3-1 0,16-94 0,-13 124 0,-2-1 0,-1 1 0,-3-70 0,-25-106 0,23 198 0,-4-43 0,2-77 0,4 83 0,-1 0 0,-11-62 0,-3-5 0,5 0 0,10-199 0,3 134 0,-4 101 0,-21-153 0,-37-56 0,28 113 0,22 112 0,-21-78 0,19 98 0,2 0 0,2-1 0,-2-62 0,10-145 0,2 95 0,-3-207-1365,0 334-5461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6:40.226"/>
    </inkml:context>
    <inkml:brush xml:id="br0">
      <inkml:brushProperty name="width" value="0.1" units="cm"/>
      <inkml:brushProperty name="height" value="0.1" units="cm"/>
      <inkml:brushProperty name="color" value="#E71224"/>
    </inkml:brush>
  </inkml:definitions>
  <inkml:trace contextRef="#ctx0" brushRef="#br0">189 31 24575,'-36'86'0,"26"-59"0,-22 42 0,-78 122 0,146-254 0,-15 23 0,2 1 0,2 0 0,44-52 0,-33 43 0,-30 38 0,1 1 0,0-1 0,0 1 0,1 0 0,11-9 0,-16 15 0,0 1 0,0 1 0,0-1 0,0 0 0,1 1 0,-1-1 0,0 1 0,1 0 0,-1 0 0,1 0 0,-1 1 0,1-1 0,-1 1 0,1 0 0,-1 0 0,1 0 0,-1 1 0,1-1 0,0 1 0,-1-1 0,7 4 0,8 3 14,-1 1-1,1 1 0,-2 0 0,1 2 1,-1 0-1,-1 0 0,0 2 1,21 22-1,2 5-756,56 81 1,-80-100-6084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7:03.701"/>
    </inkml:context>
    <inkml:brush xml:id="br0">
      <inkml:brushProperty name="width" value="0.1" units="cm"/>
      <inkml:brushProperty name="height" value="0.1" units="cm"/>
      <inkml:brushProperty name="color" value="#E71224"/>
    </inkml:brush>
  </inkml:definitions>
  <inkml:trace contextRef="#ctx0" brushRef="#br0">1954 1 24575,'-22'319'0,"7"-128"0,12 237 0,6-201 0,-4-144 0,-20 138 0,-37 225 0,-69 114 0,45-237 0,-73 231 0,147-528 0,-58 194 0,54-177 0,1 0 0,3 0 0,1 1 0,0 57 0,-6 34 0,5-47 0,6 157 0,-1 20 0,-30-53 0,29-164 0,-1-1 0,-3 1 0,-1-2 0,-3 1 0,-2-2 0,-38 87 0,32-86 0,-18 60 0,-16 35 0,-14 39 0,45-113 0,-20 49 0,-58 190 0,75-219 0,15-56 0,-12 66 0,-52 273 0,71-336 0,3-22 0,0-1 0,-1 1 0,0-1 0,-1 0 0,0 0 0,0 0 0,-1 0 0,-10 18 0,4-10 0,0 1 0,2 0 0,0 1 0,1-1 0,-5 31 0,-7 20 0,-63 227 0,-40 74 0,103-316 0,-49 96 0,-62 95 0,111-210 0,-25 67 0,19-40 0,-6 1-24,21-48-200,1 2 1,1-1-1,1 1 1,0 0-1,-6 32 1,10-22-6603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7:06.612"/>
    </inkml:context>
    <inkml:brush xml:id="br0">
      <inkml:brushProperty name="width" value="0.1" units="cm"/>
      <inkml:brushProperty name="height" value="0.1" units="cm"/>
      <inkml:brushProperty name="color" value="#E71224"/>
    </inkml:brush>
  </inkml:definitions>
  <inkml:trace contextRef="#ctx0" brushRef="#br0">1792 1 24575,'-4'62'0,"-3"-1"0,-2 0 0,-21 73 0,8-39 0,-38 167 0,-19 94 0,71-307 0,2-15 0,-1-1 0,-14 42 0,0-7 0,-14 79 0,24-99 0,2-3 0,2-8 0,-20 57 0,-80 206 0,28-115 0,-25 67 0,80-196 0,-48 81 0,19-39 0,-82 126 0,86-137 0,-75 101 0,-75 72 0,102-137 0,-24 51 0,48-85 0,17-21 0,-63 68-1365,103-115-5461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6:54.574"/>
    </inkml:context>
    <inkml:brush xml:id="br0">
      <inkml:brushProperty name="width" value="0.1" units="cm"/>
      <inkml:brushProperty name="height" value="0.1" units="cm"/>
      <inkml:brushProperty name="color" value="#E71224"/>
    </inkml:brush>
  </inkml:definitions>
  <inkml:trace contextRef="#ctx0" brushRef="#br0">0 4082 24575,'0'-1181'0,"3"1131"0,3 0 0,1 0 0,20-66 0,3-20 0,58-237 0,-62 238 0,3-8 0,48-158 0,0-1 0,-66 261 0,-2 0 0,-2 0 0,2-56 0,-8-125 0,-3 110 0,1 95 0,0-1 0,-1 0 0,-1 1 0,-1 0 0,0-1 0,-14-31 0,3 15 0,-2 1 0,-27-40 0,33 55 0,1-1 0,0 0 0,1 0 0,1-1 0,1 0 0,1-1 0,1 0 0,1 0 0,1 0 0,0 0 0,2 0 0,1-28 0,1-25-1365,-1 42-5461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6:56.143"/>
    </inkml:context>
    <inkml:brush xml:id="br0">
      <inkml:brushProperty name="width" value="0.1" units="cm"/>
      <inkml:brushProperty name="height" value="0.1" units="cm"/>
      <inkml:brushProperty name="color" value="#E71224"/>
    </inkml:brush>
  </inkml:definitions>
  <inkml:trace contextRef="#ctx0" brushRef="#br0">463 1 24575,'-5'0'0,"1"1"0,0-1 0,0 1 0,0 0 0,0 1 0,0-1 0,0 1 0,0 0 0,1-1 0,-1 2 0,0-1 0,-4 4 0,-39 37 0,39-35 0,-120 110 0,-50 54 0,138-120 0,35-37 0,31-33 0,19-22 0,-25 20 0,1 1 0,1 1 0,1 0 0,1 2 0,28-15 0,-47 29 0,-1 0 0,1 0 0,0 1 0,-1 0 0,1 0 0,0 0 0,0 0 0,0 1 0,0 0 0,-1 0 0,1 0 0,0 1 0,0-1 0,0 1 0,-1 0 0,1 1 0,0-1 0,-1 1 0,1 0 0,-1 0 0,1 0 0,-1 1 0,0-1 0,0 1 0,0 0 0,5 6 0,8 9 0,-2 0 0,0 0 0,-1 2 0,16 30 0,10 13 0,-33-54-170,0-1-1,0 0 0,1 0 1,0 0-1,0-1 0,1-1 1,17 12-1,2-4-6655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7:11.244"/>
    </inkml:context>
    <inkml:brush xml:id="br0">
      <inkml:brushProperty name="width" value="0.1" units="cm"/>
      <inkml:brushProperty name="height" value="0.1" units="cm"/>
      <inkml:brushProperty name="color" value="#E71224"/>
    </inkml:brush>
  </inkml:definitions>
  <inkml:trace contextRef="#ctx0" brushRef="#br0">1 1 24575,'0'743'0,"0"-737"0,0 0 0,0 1 0,0-1 0,1 1 0,0-1 0,4 10 0,-5-15 0,1 0 0,-1 0 0,1 0 0,0 0 0,-1 0 0,1 0 0,0 0 0,0 0 0,0-1 0,-1 1 0,1 0 0,0 0 0,0-1 0,0 1 0,0-1 0,0 1 0,0-1 0,1 1 0,-1-1 0,0 0 0,0 0 0,0 1 0,0-1 0,0 0 0,0 0 0,1 0 0,-1 0 0,0 0 0,0 0 0,0-1 0,0 1 0,0 0 0,0-1 0,1 1 0,-1 0 0,0-1 0,0 0 0,0 1 0,0-1 0,0 1 0,-1-1 0,1 0 0,1 0 0,31-22 0,0-1 0,-2-2 0,-1-1 0,-1-1 0,31-39 0,-50 56 0,34-48 50,-37 47-286,1 0 0,1 1 1,0 0-1,1 0 0,15-13 0,-4 10-6590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7:12.977"/>
    </inkml:context>
    <inkml:brush xml:id="br0">
      <inkml:brushProperty name="width" value="0.1" units="cm"/>
      <inkml:brushProperty name="height" value="0.1" units="cm"/>
      <inkml:brushProperty name="color" value="#E71224"/>
    </inkml:brush>
  </inkml:definitions>
  <inkml:trace contextRef="#ctx0" brushRef="#br0">1 1 24575,'2'32'0,"1"-1"0,2 1 0,2 0 0,10 31 0,13 70 0,-22-30 0,-8-77 0,1 0 0,2 0 0,0-1 0,2 1 0,9 28 0,-13-50 0,2 0 0,-1 0 0,0 0 0,1-1 0,0 1 0,0 0 0,0-1 0,0 0 0,0 0 0,1 0 0,-1 0 0,1 0 0,0-1 0,0 0 0,0 0 0,0 0 0,0 0 0,0 0 0,1-1 0,-1 0 0,1 0 0,-1 0 0,1 0 0,-1-1 0,1 0 0,-1 0 0,1 0 0,-1 0 0,8-2 0,-6 1 0,-1 0 0,1 0 0,-1 0 0,1 0 0,-1-1 0,0 0 0,1 0 0,-1-1 0,0 1 0,-1-1 0,1 0 0,0 0 0,-1-1 0,0 1 0,0-1 0,0 0 0,0 0 0,0 0 0,-1-1 0,0 0 0,0 1 0,0-1 0,0 0 0,1-5 0,6-32-82,-9 32-25,0 1 0,1-1 0,0 1 0,1 0 1,0 0-1,1 0 0,0 0 0,0 0 0,1 1 0,0-1 0,11-13 0,2 8-6719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7:15.028"/>
    </inkml:context>
    <inkml:brush xml:id="br0">
      <inkml:brushProperty name="width" value="0.1" units="cm"/>
      <inkml:brushProperty name="height" value="0.1" units="cm"/>
      <inkml:brushProperty name="color" value="#E71224"/>
    </inkml:brush>
  </inkml:definitions>
  <inkml:trace contextRef="#ctx0" brushRef="#br0">1 0 24575,'2'2'0,"0"-1"0,0 0 0,0 1 0,0-1 0,-1 1 0,1 0 0,-1 0 0,1-1 0,-1 1 0,1 0 0,-1 0 0,0 1 0,0-1 0,0 0 0,0 0 0,0 0 0,-1 1 0,1-1 0,0 3 0,2 5 0,13 30 0,172 391 0,-159-366 0,-22-46 0,1 0 0,1-1 0,17 26 0,-26-43 0,1 0 0,0 0 0,0 0 0,0 0 0,0-1 0,0 1 0,0 0 0,0 0 0,0-1 0,0 1 0,0-1 0,1 1 0,-1-1 0,0 1 0,0-1 0,1 0 0,-1 1 0,0-1 0,0 0 0,1 0 0,-1 0 0,0 0 0,1 0 0,-1-1 0,0 1 0,0 0 0,1 0 0,-1-1 0,0 1 0,0-1 0,0 1 0,0-1 0,1 1 0,-1-1 0,0 0 0,0 0 0,0 0 0,0 1 0,0-1 0,-1 0 0,1 0 0,0 0 0,0 0 0,0-2 0,7-6 0,0 0 0,-1-1 0,8-16 0,-13 24 0,12-26 0,16-42 0,-24 52 0,1 0 0,1 0 0,1 1 0,0 0 0,1 0 0,1 1 0,18-20 0,98-76-1365,-108 95-5461</inkml:trace>
</inkml:ink>
</file>

<file path=ppt/ink/ink66.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09T10:01:30.239"/>
    </inkml:context>
    <inkml:brush xml:id="br0">
      <inkml:brushProperty name="width" value="0.05292" units="cm"/>
      <inkml:brushProperty name="height" value="0.05292" units="cm"/>
      <inkml:brushProperty name="color" value="#FF0000"/>
    </inkml:brush>
  </inkml:definitions>
  <inkml:trace contextRef="#ctx0" brushRef="#br0">5796 7672,'0'0,"0"0,0 0,0 0,0 0,0 0,0 0,0 0,0 0,0 0,0 0</inkml:trace>
  <inkml:trace contextRef="#ctx0" brushRef="#br0" timeOffset="2830.99">10621 9775,'0'0,"0"0,0 0,-6-7,-6 1,-6-3,-4 5,0-2,1 6,-6 6,-5 5,1 4,1 10,9-1,3 1,0 0,-9 6,27-31,-33 47,-4 9,37-56,-33 65,33-65,-27 67,10 6,6-5,9-9,6-5,7-1,-11-53,22 49,-22-49,35 50,-35-50,50 50,-50-50,62 41,-62-41,69 29,-69-29,100 16,12-16,-15-17,-31-7,-15 1,-51 23,43-33,-43 33,44-50,-5-11,-6-3,-9 5,-24 59,13-64,-13 64,5-68,-5 68,-3-75,3 75,-10-94,-12 2,1 21,2 14,0 20,0 9,-4 6,-3 5,-4 3,-6 5,-1 2,1 1,2 6,9 0,2 3</inkml:trace>
  <inkml:trace contextRef="#ctx0" brushRef="#br0" timeOffset="3658.19">12388 9793,'0'0,"0"0,0 0,-10 0,-15 7,-10 5,2 4,11 2,6 2,5 4,-2-1,13-23,-10 34,10-34,-14 46,3 18,9-2,6-3,5-6,5-3,4-7,9 0,-27-43,38 39,-38-39,50 38,12-3,-2-10,0-8,-6-7,0-9,-7-4,-2-10,-3-2,-42 15,36-22,-36 22,37-39,-37 39,31-50,-4-8,-14-1,-13 59,3-60,-3 60,-3-62,3 62,-21-62,21 62,-30-61,-11 0,2 12,-6 11,-5 7,-5 10,-2 6,-2 14,4 2,1 7,5 4,11 4</inkml:trace>
  <inkml:trace contextRef="#ctx0" brushRef="#br0" timeOffset="4364.87">14174 9703,'0'0,"0"0,0 0,-13 0,-5 7,-12 4,3 3,-2 0,4 2,3 1,0 8,22-25,-16 36,16-36,-24 57,8 10,7 5,9-10,11-2,-11-60,25 55,10-4,-35-51,49 46,9-10,-58-36,67 27,-1-13,-66-14,76 7,16-14,-7-14,-85 21,82-37,-17-8,-65 45,54-59,-19-3,-18 9,-12 7,-12-2,-8 3,-12-4,-1 4,-7 5,-3 0,0 6,-8 8,1 2,0 7,-3 5,-1 1,3-3</inkml:trace>
  <inkml:trace contextRef="#ctx0" brushRef="#br0" timeOffset="5027.07">15657 9740,'0'0,"-16"10,-11 8,-6 7,5-2,4-2,3 2,21-23,-22 33,22-33,-30 50,12 7,18-57,-9 61,18 1,9-4,12-6,-30-52,42 45,-42-45,53 41,-53-41,68 32,-68-32,94 23,-94-23,105 2,-105-2,113-25,-113 25,96-43,-20-16,-76 59,57-57,-21-4,-18 10,-7 4,-8 7,-10 2,-8-6,15 44,-33-45,-15 3,-20 1,-19 8,-12 7,-6 1</inkml:trace>
  <inkml:trace contextRef="#ctx0" brushRef="#br0" timeOffset="8117.69">6273 7651,'0'0,"0"0,0 0,0 0,0 0,0 0</inkml:trace>
  <inkml:trace contextRef="#ctx0" brushRef="#br0" timeOffset="10300.53">18031 9485,'0'0,"0"0,0 0,0 0,0 0,0 0,0 0,0 0,-7 9,-1 14,-5 16,3 1,3 4,2 6,5-50,-3 63,3-63,-11 71,3 1,8-72,-9 82,2 18,-2 12,1-17,-6-15,14-80,-14 84,14-84,-10 94,10-94,-11 103,2-8,5-34,4-27</inkml:trace>
  <inkml:trace contextRef="#ctx0" brushRef="#br0" timeOffset="10818.61">19766 9590,'0'0,"0"0,0 0,0 0,0 16,-3 13,1 16,-2 5,-2 2,6-52,0 67,0-67,-2 84,2-84,-1 128,-7-3,8-125,-5 120,0-20,-4-16,9-84,0 72,3-18,1-9,3-6,-4-14,-1-15</inkml:trace>
  <inkml:trace contextRef="#ctx0" brushRef="#br0" timeOffset="11344">21643 9562,'0'0,"0"0,0 0,0 14,5 18,-2 13,0 3,-1 1,-2-49,0 60,0-60,-5 80,2 20,3-100,-2 107,-1-12,3-9,0-86,-5 71,5-71,0 50,-1-5,5-2,-4-43,0 0,0 0,9 37,12-15</inkml:trace>
  <inkml:trace contextRef="#ctx0" brushRef="#br0" timeOffset="11796.15">23178 9619,'0'0,"0"0,0 11,0 17,-4 15,2 5,-2 6,4-54,-5 68,5-68,0 86,-2 23,2-109,0 112,0-9,0-103,0 109,-10-3,-16-3</inkml:trace>
  <inkml:trace contextRef="#ctx0" brushRef="#br0" timeOffset="19080.14">10327 11902,'0'0,"-8"15,2 15,-10 15,10 0,-2 1,8-46,-5 57,5 9,5 1,3-1,2-5,-10-61,15 64,14-3,-29-61,34 52,11-12,4-7,-49-33,58 20,9-13,-1-14,-3-11,-2-12,-3-3,-8-10,-8-7,-4 0,-38 50,28-59,-28 59,21-71,-21 71,11-81,-11 81,0-109,-13-7,-11 26,-2 26,-5 22,31 42,-34-38,34 38,-56-27,-10 8,-2 14,1 12,10 10,10 6,11 4,13 0,13-1</inkml:trace>
  <inkml:trace contextRef="#ctx0" brushRef="#br0" timeOffset="19711.04">12400 11625,'0'0,"0"0,-16 0,-9 7,-8 9,8 4,4 8,0 1,21-29,-14 42,2 17,8 7,12-2,8-3,11 1,4-4,7-5,13-8,-51-45,54 38,-54-38,66 23,4-13,-70-10,71-9,-71 9,67-21,-4-14,-63 35,57-50,-57 50,60-76,-15-13,-16-8,-25 20,-4 77,-17-62,-13 19,30 43,-41-36,-14 7,-5 8,3 8,8 11,5 5,10 7,17 2,8 0</inkml:trace>
  <inkml:trace contextRef="#ctx0" brushRef="#br0" timeOffset="20251.53">14173 11826,'-17'18,"4"8,-11 10,6 7,1 2,17-45,-10 54,10-54,2 62,-2-62,25 66,17-7,10-12,3-13,3-11,0-8,2-12,-7-6,-53 3,57-17,-57 17,55-30,-4-11,-7-11,-14-6,-9-4,-17 0,-7 0,-15 7,18 55,-32-51,-11 2,-11 9,-6 7,2 13,3 7,1 10,10 13,9 4,14-2</inkml:trace>
  <inkml:trace contextRef="#ctx0" brushRef="#br0" timeOffset="20631.77">15958 11571,'0'0,"0"0,0 0,0 15,3 21,3 24,2 13,-2 11,1 17,-6-5,-1-96,2 93,0-1,2-1,-4-91,6 85,-3 4</inkml:trace>
  <inkml:trace contextRef="#ctx0" brushRef="#br0" timeOffset="22813">17842 11672,'0'0,"-17"0,-12 3,-10 11,9 6,8 4,1 2,5 5,16-31,-19 46,19-46,-13 75,9 34,15 14,-11-123,36 113,-36-113,60 79,-60-79,86 45,-86-45,91 17,-91-17,92-8,-9-17,-11-14,-15-4,-16-2,-11-1,-1-5,-6-4,-7-7,-9 1,-7 61,-3-60,-15-3,-12 4,-9 4,-6 12,-5 9,-4 11,-11 12,5 9,-2 11,4 6,7 8,4 0</inkml:trace>
  <inkml:trace contextRef="#ctx0" brushRef="#br0" timeOffset="23223.5">19876 11530,'0'0,"0"0,0 0,0 0,0 13,0 19,0 15,0 11,0 2,0 11,0 7,0 16,-5-1,2 3,-2-4,3-1,2-91,-1 92,1-7,0-85,0 0,0 61</inkml:trace>
  <inkml:trace contextRef="#ctx0" brushRef="#br0" timeOffset="23867.84">21458 11789,'0'0,"0"0,0 0,0 0,0 0,-15 1,-5 15,-7 8,7 2,4 4,0 6,5 14,2 7,7 4,10 0,0-5,8-3,11-7,-27-46,36 40,-36-40,49 31,-49-31,67 23,7-11,17-12,-5-15,-86 15,81-31,-81 31,60-48,-16-10,-24 5,-11 3,-9 50,-7-56,-12-5,-12 0,-7 4,-5 5,-3 7,2 6,-7 9,3 6,-7 10,3 10,3 6,5 2</inkml:trace>
  <inkml:trace contextRef="#ctx0" brushRef="#br0" timeOffset="24261.12">23104 11668,'0'0,"0"0,0 0,0 0,0 0,0 0,0 8,5 13,-2 18,2 8,-4 10,2 9,-1 7,1 5,5 22,0-3,5-8,0-2,-7-3,3-5,-15-5,-3-8</inkml:trace>
  <inkml:trace contextRef="#ctx0" brushRef="#br0" timeOffset="30069.88">7415 6606,'0'0,"0"0,0 0,0 0,-5 10,-3 12,-3 10,0 4,-3-1,-1 3,-5 10,0 11,0 7,0 6,0 28,4 12,9-2,12-20,13-19,7-25,-25-46,33 36,-33-36,54 22,14-6,7-15,8-12</inkml:trace>
  <inkml:trace contextRef="#ctx0" brushRef="#br0" timeOffset="30444.02">8443 6570,'0'0,"0"0,3 9,8 18,5 17,1 6,-3 2,-4 7,-1 8,-15 11,-11 25,-18 24,-14 13,-19 16,-17-5,-12-10</inkml:trace>
  <inkml:trace contextRef="#ctx0" brushRef="#br0" timeOffset="32245">10814 13776,'0'0,"-14"0,-10 0,-11 8,-1 14,0 6,0 9,1 8,-3 7,3 6,3 5,5 3,2 1,11 1,3-2,11-66,2 73,-2-73,13 74,16 19,6-13,-35-80,39 61,-39-61,0 0,51 42,-51-42,0 0,57 28,-57-28,63 19,2-13,-13-6,-8-9,-7-1,-37 10,31-15,-31 15,26-22,0-8,4-11,-30 41,21-42,-21 42,22-50,-10-5,0 3,-12 52,5-56,-5 56,0-64,0 64,-7-75,-5-22,-4-4,-4 22,-1 27,-5 18,1 9,-3 7,-2 8,-7-1,-7 11,-8 8,-5 7,57-15,-60 23,5 11</inkml:trace>
  <inkml:trace contextRef="#ctx0" brushRef="#br0" timeOffset="32725.62">12546 13720,'0'0,"0"0,0 0,0 12,6 21,3 15,-1 2,-1 3,3 10,-6 1,-1 11,-3 20,-5 3,3 5,1-2,1-101,0 101,0-101,10 82,16-34,11-37</inkml:trace>
  <inkml:trace contextRef="#ctx0" brushRef="#br0" timeOffset="33141.49">14383 13490,'0'0,"0"0,1 10,11 15,-2 15,3 8,-5 7,0 0,-2 2,-3 9,2 9,-1 20,-4 5,-4 5,4-6,0-99,-1 105,1-105,5 101,8-6,5-26,-18-69,19 17</inkml:trace>
  <inkml:trace contextRef="#ctx0" brushRef="#br0" timeOffset="33526.28">16097 13730,'0'0,"0"12,0 9,0 11,0 5,0 10,8 8,0 9,0 10,-2 20,0 1,0 2,2 3,5 0,-13-100,8 105,-8-105,13 128</inkml:trace>
  <inkml:trace contextRef="#ctx0" brushRef="#br0" timeOffset="34792.33">18195 14333,'-17'17,"-3"5,-2 9,-3 6,3 9,22-46,-19 59,19-59,-13 70,10 7,16 11,11-13,12-23,0-21,7-10,11-11,2-10,9-10,3-12,1-8,-6-8,-63 38,61-53,3-19,-6-13,-11 5,-47 80,26-79,-17-1,-18 0,-13 8,22 72,-35-68,-17 7,-8 9,-7 13,1 9,6 17,-4 9,-2 10,-2 8,14 8,5 6,23 3,13-1,19-6,14-5</inkml:trace>
  <inkml:trace contextRef="#ctx0" brushRef="#br0" timeOffset="35340.98">19860 13963,'-17'16,"-3"7,-3 7,-3 6,0 9,-1 6,27-51,-20 58,8 9,12-67,9 64,12-6,12-8,10-11,1-13,7-2,-51-24,55 13,-55-13,62 2,4-11,-4-10,-10-3,-9-7,-10-4,-8-5,-25 38,15-47,-15 47,0-62,-8-8,-13 5,-9 8,-5 9,-8 8,-4 7,-1 11,0 6,8 9,8 5,15 2,12 2,5-4</inkml:trace>
  <inkml:trace contextRef="#ctx0" brushRef="#br0" timeOffset="35869.43">21324 14026,'0'0,"-3"13,-4 12,-7 16,-6 0,-4 2,-1 4,-1 6,26-53,-19 63,11 5,11 2,14-7,14-1,11-7,11-11,10-4,3-12,-66-28,72 22,21-13,0-15,-17-14,-76 20,62-33,-20-5,-8-7,-12-3,-10-9,-8 2,-12-3,-8 0,-8-1,-9 3,-6 6,-4 2,-3 7,6 6,-1 5,6 6,12 4,10 6,10 3,15 0,9-1</inkml:trace>
  <inkml:trace contextRef="#ctx0" brushRef="#br0" timeOffset="36161.18">23272 14029,'0'0,"0"0,0 12,0 19,0 18,0 2,0 9,3 5,2 8,-1 7,1 16,2 3,-3-10</inkml:trace>
  <inkml:trace contextRef="#ctx0" brushRef="#br0" timeOffset="38434.18">5464 6510,'0'0,"0"0,-11 0,-8 1,-8 10,3 8,5 3,8 6,0-1,5 8,1 9,-1 12,6 9,6-5,2 5,6 1,4-4,-1 1,10-5,-2-4,10-1,3-2,-3-4,3-8,2-14</inkml:trace>
  <inkml:trace contextRef="#ctx0" brushRef="#br0" timeOffset="38800.58">6366 6396,'0'0,"0"0,0 0,0 0,0 0,10 3,9 11,8 9,-8 9,-3 2,-16-34,16 48,-1 22,0 10,-10 17,-5 9,-4-6,-7-7,-6-12,-4-1,-1-1,-5 1,-6-7,-5-9</inkml:trace>
  <inkml:trace contextRef="#ctx0" brushRef="#br0" timeOffset="39200.18">6578 6641,'-9'15,"-4"15,-1 4,3 2,3 0,8-36,-6 48,6 21,3 6,10 15,7 1,4-7,6-12,3-8,-1-17,-32-47,38 39,-38-39,47 26,-47-26,54-2</inkml:trace>
  <inkml:trace contextRef="#ctx0" brushRef="#br0" timeOffset="39513.01">7381 6385,'0'0,"0"0,0 0,4 11,7 16,5 18,0 9,-2 10,-6 18,-4 29,-13 27,-7 21,-9 11,-11 5,-12-1,-20 1</inkml:trace>
  <inkml:trace contextRef="#ctx0" brushRef="#br0" timeOffset="46890.68">8797 6541,'0'0,"0"0,-8-5,0 4,-8-5,-3 4,-1 4,-1 12,-6 6,-1 10,-9 10,-4 6,-1 11,-4 10,-11 30,-8 20,8 1,13-11,44-107,-21 85,21-85,-9 77,6-6,3-71,9 56,4-1,3 2,6-3,3 2,2-1,-27-55,35 54,6-13,-2-18</inkml:trace>
  <inkml:trace contextRef="#ctx0" brushRef="#br0" timeOffset="47323.49">9578 6568,'0'0,"0"0,1 17,6 18,4 22,1 5,1 2,-4 0,-9 5,-9 12,-18 26,-23 21,-22 20,-21 5,-9 0</inkml:trace>
  <inkml:trace contextRef="#ctx0" brushRef="#br0" timeOffset="58077.61">10809 15615,'0'0,"0"0,0 0,0 0,0 0,0 0,0 0,-4 15,2 24,-1 15,-2 7,5 5,-4 4,4 7,0 14,0 0,0 2,-3 2,1 3,0-1,1-2,1-8,3-4,2-2,1-2,2-12,-8-67,13 27</inkml:trace>
  <inkml:trace contextRef="#ctx0" brushRef="#br0" timeOffset="58565.06">12454 15523,'0'0,"0"0,0 0,0 0,0 0,0 0,0 11,0 12,0 14,0-1,0 7,0 7,0-50,0 65,0 13,-3 19,-4-6,-2-7,-5-7,14-77,-7 81,7-81,-1 96,2 6,6-5,-7-97,0 0,0 0,44 79</inkml:trace>
  <inkml:trace contextRef="#ctx0" brushRef="#br0" timeOffset="59271.95">14177 15601,'0'0,"0"0,0 0,0 0,-11 15,-12 18,-12 19,0 7,2 8,-9 22,3 14,8 0,10-3,21-100,-5 95,14-16,14-10,2-29,2-11,-27-29,41 21,-41-21,60 8,-60-8,71-3,2-15,-8-14,-3-2,-10-8,-8-2,-44 44,39-59,-9-5,-7-2,-9 7,-14 59,3-59,-5-4,2 63,-14-64,-8 5,-16 6,0 10,-5 5,3 13,-2 6,11 5,6 3,7 3,6 2,5-1</inkml:trace>
  <inkml:trace contextRef="#ctx0" brushRef="#br0" timeOffset="59924.23">16214 15623,'0'0,"0"0,0 0,-11 3,-16 9,-5 5,-1 5,-5 6,0 5,-4 11,3 6,5 6,0 8,34-64,-26 75,4 25,12 6,10-106,13 89,18-31,7-21,-2-20,7-2,8-13,0-9,1-10,-4-8,-1-8,-2-5,-2-11,-6-4,-3-9,-34 62,30-72,0-21,-8-7,-12 18,-15 17,-6 15,-9 10,-12-2,-17 13,-15 8,-13 13,-23 3</inkml:trace>
  <inkml:trace contextRef="#ctx0" brushRef="#br0" timeOffset="64332.03">18328 15820,'0'0,"0"0,0 18,5 23,4 24,-5 6,3 6,-2 21,0-1,-2 8,7 4,2-8,3-9,3-20</inkml:trace>
  <inkml:trace contextRef="#ctx0" brushRef="#br0" timeOffset="65046.57">19963 16012,'0'0,"-8"24,-1 17,-8 15,4-3,13-53,-9 51,9-51,0 57,0-57,16 57,-16-57,36 50,-36-50,57 41,13-11,18-10,-6-14,-17-12,-65 6,52-19,-9-2,-5-5,-8-4,-8 1,-10-4,-6 1,-6 32,0-37,-8-16,8 53,-22-56,-10 1,-9 6,1 8,-2 7,2 9,2 7,-3 6,2 9,1 4,5 8,4 6,9 2,7-1,10 2</inkml:trace>
  <inkml:trace contextRef="#ctx0" brushRef="#br0" timeOffset="65697.98">21383 15945,'0'0,"0"0,-7 10,-3 10,-5 13,2 0,-3-2,8 1,2 9,1 9,5 6,0-56,10 61,9 0,6-2,10-9,-35-50,44 40,-44-40,60 26,-60-26,70 12,-70-12,77-8,-77 8,95-33,-95 33,93-67,-28-12,-28 2,-22 12,-15 65,0-56,-9-2,9 58,-18-56,18 56,-26-59,-13 7,-9 10,2 11,-5 11,1 8,5 11,1 4,8 5,9-2</inkml:trace>
  <inkml:trace contextRef="#ctx0" brushRef="#br0" timeOffset="66149.56">23126 15715,'0'0,"0"0,3 1,9 10,3 6,-3 0,-2 2,-3 0,-2 4,-4 10,-1-33,0 40,-5 20,2 7,-6 3,1 8,-3 17,-2-2,0-5</inkml:trace>
  <inkml:trace contextRef="#ctx0" brushRef="#br0" timeOffset="72374.89">10808 17642,'0'0,"0"0,0 0,0 0,-13 3,-12 10,-13 6,0 8,2 6,-2 9,3 5,2 8,3 6,6 5,4 2,20-68,-17 75,14 12,11-2,-8-85,25 72,-25-72,42 64,18-10,-60-54,71 42,5-23,5-14,-2-14,-3-16,-7-4,-9-8,-16 3,-7-2,-2-4,-35 40,30-53,-8-5,-5-9,-11 7,-6 60,-6-64,-8 1,14 63,-30-67,-3 9,-10 5,-3 10,3 7,-1 9,0 6,-3 8,-1 10,2 6,3 8,9 5,5 7,10-5,13-2,6-5,10-7,7-4</inkml:trace>
  <inkml:trace contextRef="#ctx0" brushRef="#br0" timeOffset="72788.2">12378 17320,'0'0,"0"0,0 10,0 15,0 10,0 1,0 4,-5 5,3 10,-2 10,-4 12,2 21,1 8,2 1,3 1,-4-8,4-4,0-96,7 86,-7-86,0 0,44 72</inkml:trace>
  <inkml:trace contextRef="#ctx0" brushRef="#br0" timeOffset="73476.23">14228 17536,'0'0,"0"0,0 0,-7 2,-2 13,-5 5,-3 2,2 0,4 3,-5 7,16-32,-8 42,0 12,8 5,0-59,8 66,8-3,10-2,-26-61,34 54,-34-54,49 46,-49-46,64 34,-64-34,68 18,-68-18,65 0,-65 0,58-18,-9-15,-16-10,-33 43,19-46,-19 46,6-62,-18-3,-7-2,-8 11,-8 4,-3 9,4 6,-8 8,-1 8,-2 8,3 7,-1 8,6 7,12-1,9 3,11-4,8-2</inkml:trace>
  <inkml:trace contextRef="#ctx0" brushRef="#br0" timeOffset="74140.05">15561 17493,'23'0,"12"0,9 4,-6 2,-9-4,-13 1,-2-1,-5 1,-2 4,-5-4,1-2,-6 2,-1 0,-10 3,-3 3,-7 7,0 3,-3 5,0 10,-4 14,31-48,-29 56,10 6,11 4,7-3,7-1,10-9,6 2,8-5,13 0,4-10,9-6,0-6,11-12,-2-10,3-10,0-8,0-11,-3-6,-12-7,-4-7,-5-2,-10-5,-34 50,19-54,-8-8,-15-3,-11 3,-9 1,-7 7,-6 4,-2 4,-9 3,-3 4,51 39,-61-32,-7 6,-3 8,3 6,5 9,1 6,8 12,5 5</inkml:trace>
  <inkml:trace contextRef="#ctx0" brushRef="#br0" timeOffset="75707.27">9815 6460,'0'0,"0"0,-8-11,-3-9,-8 3,6 1,1 5,1-1,-4 4,-3 5,0 7,-2 7,-2 8,5 8,-5 10,-1 13,2 8,4 7,0 5,4 8,1 25,3 13,8-9,-2-13,6-16,3-3,15-4,1-17,6-4,-28-50,33 52,5 0,9-7</inkml:trace>
  <inkml:trace contextRef="#ctx0" brushRef="#br0" timeOffset="76069.8">10713 6550,'0'0,"0"0,0 0,2 11,9 16,4 18,5 5,-5 1,-5 12,-1 10,-9 10,-11 29,-8 22,-14 8,-10 17,-4 5</inkml:trace>
  <inkml:trace contextRef="#ctx0" brushRef="#br0" timeOffset="77577.12">18276 17745,'-8'21,"-5"8,-4 5,2-5,-2-2,2 3,15-30,-17 39,17-39,-16 56,2 11,13 4,2-4,12-6,8-5,-21-56,33 54,11-9,8-6,5-12,0-13,1-9,4-8,-2-11,0-6,-3-10,-8-8,-49 38,44-50,-9-13,-3-8,-5-24,-10-8,-11 0,-15 12,-5 19,0 17,-9 10,-2 4,25 41,-40-36,40 36,-57-32,-13 13,-25 7,12 16,11 14,22 4,16 8,-2 6,15 3,10 0,11-5,9-9,9-10</inkml:trace>
  <inkml:trace contextRef="#ctx0" brushRef="#br0" timeOffset="77971.28">20445 17554,'0'0,"0"0,0 12,0 13,0 14,0 1,0 3,0-43,6 63,2 19,0 27,-2 1,-1 4,-2-2,5-16,-6-26</inkml:trace>
  <inkml:trace contextRef="#ctx0" brushRef="#br0" timeOffset="78342.23">21711 17658,'0'25,"0"16,0 14,0 1,0 8,0 6,7 9,1 19,2 4,-5-9,8-14,9-20</inkml:trace>
  <inkml:trace contextRef="#ctx0" brushRef="#br0" timeOffset="78727.11">22976 17636,'2'27,"4"18,3 21,3 16,-3 29,-1 9,-7 14,2 14,-6 25,3-173,-6 170</inkml:trace>
  <inkml:trace contextRef="#ctx0" brushRef="#br0" timeOffset="80920.95">23738 10066,'0'0,"0"0,0 0,0 0,0 0,0 0,0 0,0 0,0 0</inkml:trace>
  <inkml:trace contextRef="#ctx0" brushRef="#br0" timeOffset="81587.38">23868 12201,'0'0,"0"0,0 0,0 0,0 0,0 0,0 0,0 0</inkml:trace>
  <inkml:trace contextRef="#ctx0" brushRef="#br0" timeOffset="82313.18">24004 14253,'0'0,"0"0,0 0,0 0,9 0,21 8</inkml:trace>
  <inkml:trace contextRef="#ctx0" brushRef="#br0" timeOffset="83321.02">24024 15857,'0'0,"-8"0,0 4,-6 1,6-2,0-2,2 1,6 1,6 3</inkml:trace>
  <inkml:trace contextRef="#ctx0" brushRef="#br0" timeOffset="84273.01">24086 18276,'0'0,"-6"4,-7 11,-3 6,3 1,1-5,2-1,5-3,2 0,-3-4,8-4,4-3,4-2,-1-7,2-8,-3-5</inkml:trace>
  <inkml:trace contextRef="#ctx0" brushRef="#br0" timeOffset="90349.05">22984 3295,'0'0,"0"0,0 0,0 0,0 11,8 14,1 16,-4 6,3-3,-8-44,9 59,-9-59,10 70,-2 7,-8-77,8 107,1 8,-9-115,3 111,2-11,-5-100,5 98,-5-98,0 0,0 0,16 69,4-38,-1-31</inkml:trace>
  <inkml:trace contextRef="#ctx0" brushRef="#br0" timeOffset="90746.14">23920 3388,'0'0,"0"0,0 0,0 0,0 8,0 18,0 15,0 7,0 5,0 9,0 7,3 2,2 3,-4-1,4 14,0-12,-5-75,9 75,-9-75,10 69,0-13,0-17,3-11,-13-28,17 8,3-22</inkml:trace>
  <inkml:trace contextRef="#ctx0" brushRef="#br0" timeOffset="91143.05">24712 3574,'0'0,"0"0,0 0,0 11,0 15,0 14,9 5,1 5,-10-50,10 64,4 11,0 16,-2-12,-12-79,9 81,-9-81,0 0,0 0,22 82</inkml:trace>
  <inkml:trace contextRef="#ctx0" brushRef="#br0" timeOffset="91875.55">26171 3459,'0'0,"0"0,0 0,0 0,0 0,0 0,-14 0,-14 0,-15 0,0 0,-2 8,-1 11,0 9,5 7,-2 5,2 9,3 2,38-51,-33 62,33-62,-26 67,26-67,-12 78,13 8,17-12,15-14,4-24,3-7,7-5,5-7,-52-17,64 8,12-11,11-15,-5-5,-17-7,-16-1,-14-1,-35 32,35-43,-7-11,-3-7,-12 0,-8-6,-10 5,-8-3,-9 4,-11 5,-14 2,-13 9,-11 15,-36 9</inkml:trace>
  <inkml:trace contextRef="#ctx0" brushRef="#br0" timeOffset="96209.81">27651 3119,'0'0,"0"0,0 0,0 0,0 0,0 0,0 0,0 0,0 11,0 16,4 21,0 8,1 10,-2 7,5 5,-3 20,-4-3,-1 0,0-1,-3-11,3-83,0 83,0-83,0 0,13 74,-13-74,38 50</inkml:trace>
  <inkml:trace contextRef="#ctx0" brushRef="#br0" timeOffset="96710.89">28627 3531,'0'0,"-16"0,-3 7,-8 4,2 7,8 4,7 6,2 0,5 3,9 3,2 5,-8-39,22 46,-22-46,29 45,-29-45,38 39,9-11,-47-28,57 15,-57-15,62 0,3-10,-7-14,-6-7,-52 31,45-39,-45 39,36-47,-36 47,19-53,-11-1,-8 54,-8-52,-17 7,-12 9,-4 10,-6 10,4 13,8 3,15 3</inkml:trace>
  <inkml:trace contextRef="#ctx0" brushRef="#br0" timeOffset="97203.88">29655 3531,'0'0,"0"0,0 0,0 0,0 14,0 19,0 17,1 0,14-2,8-8,7-5,-30-35,43 31,-43-31,51 23,-51-23,63 13,-63-13,63 3,-63-3,59-16,-59 16,50-37,-50 37,32-50,-32 50,9-59,-9 59,-11-70,-19 5,-14 10,3 13,-5 10,5 9,9 10,9 9,13 4,5 1,10 4,11 3</inkml:trace>
  <inkml:trace contextRef="#ctx0" brushRef="#br0" timeOffset="97494.2">30868 3102,'0'0,"0"0,0 0,0 0,0 0,1 11,11 20,5 21,-5 7,-2 2,-4 9,-4 5,1 23,0 7,0-9,-3-13,-6-4,-1-5</inkml:trace>
  <inkml:trace contextRef="#ctx0" brushRef="#br0" timeOffset="101009.58">23091 5097,'0'0,"0"0,0 0,0 0,0 0,0 0,0 0,0 0,0 0,0 9,0 12,0 8,0-4,0 3,0 3,0 6,0 3,0-40,0 53,0-53,0 0,-3 65,3 0,0-3,3-9,-3-53,2 48,-2-48,10 57,-6 0,-4-57,4 64,-3-3,-1-1,0-2</inkml:trace>
  <inkml:trace contextRef="#ctx0" brushRef="#br0" timeOffset="103130.11">24864 3478,'0'0,"0"0,-6 0,-6 6,-8-4,2-4,3-4,3 3,3-5,1 5,7 2,-2-1,-1 4,1 4,0 9,-5 7,2 3,0 5,1-2,1 4,4-32,-7 39,7-39,-2 52,2-52,0 64,9 0,0-5,2-3,-11-56,19 51,-19-51,23 56,-23-56,32 51,-1-5,1-5,-2-10,0-6,-9-6,-2-8,-2-7,-1-2,-16-2,0 0,25-6,-25 6,24-23,4-13,4-19,-32 55,28-62,-28 62,24-69,-24 69,21-73,-21 73,19-97,-10-6,-14 17,-3 30,-6 18,2 9,-1 4,-3 4,-6-3,0 4,-2 3,-3 3,-3 1,-3 2,-5 6,-3 7,-2 6,-4 4,12 6,0 11,10 7,5 6,12-2</inkml:trace>
  <inkml:trace contextRef="#ctx0" brushRef="#br0" timeOffset="105224.4">26123 3205,'0'0,"0"0,0 0,0 0,0 0,0 0,0 0,0 0,-5 8,3 15,-4 16,-1 2,0 2,2 4,0 6,5-53,-5 66,0 8,5 19,4-14,-4-79,11 78,-11-78,12 86,0 5,-12-91,9 87,2-10,-5-6,-1-27,-5-44,0 0,0 0,2 32,-2-32,1 22,-1-12,0-10,-1-5,1 5,-2-22,-4-20,1-18,-1-5,1-4,4 1,1 68,0-72,0 72,0-78,0-25,0-6,0 18,0 23,-2 18,-1 5,-4 3,2 3,-5 0,0 8,2 6,3 9,-2-1,5 4,-3 1,-1 9,-1 5,-2 7,-2 16,-2 9,-2 7,2 19,13-60,-11 69,3 2,2 7,-1 15,7-93,0 97,0-97,5 118,9 5,-14-123,18 122,-2-19,-16-103,0 0,0 0,18 79,-18-79,0 0,0 0,16 47,-5-27,-11-20,5-7,-5-12,2-20,-1-26,4-10,7-36,-3-19,2 1,-1 16,-6 28,-4 18,-2 19,0 6,-5 5,5 0,-4 8,1 7,4 3,-4 5,3 3,0 6,-2 8,-4 10,2 15,-1 15,-2 20,1 17,7 30,1 23,1 1,7-20,-4-25,-2-25,-2-64,0 0,0 0,3 46,-3-46,0 0,0 0,0 39,0-39,-3 24,-2-29,-1-15,2-20,-1-20,1-14,-2-2,6 76,-8-106,2-11,-4 19,4 27,3 26,3 11,0 3,0 9,0 2,-2-2,2 4,0 6,0 3,0 5,2 5,1 13,-1 11,-1 13,6 26,1 12,2 34,7 17,6-3,-23-124,20 105,-2-30,-18-75,0 0,14 62,-14-62,0 0,0 0,10 42,-10-42,0 0,6 22,-1-22,-1-22,-4-12,0-20,0-17,5-13,-2-25,4-9,-4 13,-3 24,0 31,-2 21,2 11,-1 6,-1 4,2 2,-3-3,1 9,2 6,-1 5,-1 14,2 13,0 24,2 12,-1 43,4 20,-5 3</inkml:trace>
  <inkml:trace contextRef="#ctx0" brushRef="#br0" timeOffset="106042.35">24026 5141,'0'0,"0"0,0 0,0 0,0 9,0 18,0 13,0 10,0 14,0 12,0 29,0 6,0 7,0 2,0-9,0-111,0 103,2-16,-2-87,0 0,14 71,3-37,2-18</inkml:trace>
  <inkml:trace contextRef="#ctx0" brushRef="#br0" timeOffset="106421.03">25078 5106,'0'0,"0"0,0 0,0 0,0 0,0 14,0 13,0 18,0 5,0 5,0 2,7 10,-7-67,8 79,2 21,-10-100,8 107,-8-107,10 102,-10-102,5 118</inkml:trace>
  <inkml:trace contextRef="#ctx0" brushRef="#br0" timeOffset="107898.99">26043 5340,'0'0,"0"0,-10 0,-10 0,-8 0,6 0,1 0,2 6,0 9,3 2,2 8,-2 0,1 12,-3 13,18-50,-16 61,4 4,1 1,6-10,10-6,-5-50,11 46,-11-46,20 41,-20-41,40 38,-40-38,47 32,-47-32,54 22,1-11,-7-11,-6-1,-7-9,-12 2,0-8,-23 16,17-21,4-8,-21 29,19-41,-19 41,19-59,-5-5,-7 3,0 3,-7 8,-4 3,-1 2,-6 5,-8 4,-2 3,-12-1,-5 10,-11 5,-13 9,-2 5</inkml:trace>
  <inkml:trace contextRef="#ctx0" brushRef="#br0" timeOffset="112986.4">27634 5022,'0'0,"0"0,0 0,0 0,0 16,0 18,0 25,0 7,3 7,3 2,-1 20,2 3,-1 2,-6 3,-2 3,-4-1,-1-7,-3-2,10-96,0 0,0 0,0 85,19-21</inkml:trace>
  <inkml:trace contextRef="#ctx0" brushRef="#br0" timeOffset="113522.66">28806 5306,'0'0,"-13"0,-6 6,-8 8,10 5,4 6,10 4,3 9,2 13,8-4,2 3,-12-50,25 47,-25-47,36 43,-36-43,46 38,-46-38,0 0,48 22,-48-22,50 0,-7-19,1-11,-44 30,35-43,-35 43,25-58,-12-9,-12 6,-7 4,-11 7,-12 7,-4 13,-8 5,1 9,1 7,9 3,12 6</inkml:trace>
  <inkml:trace contextRef="#ctx0" brushRef="#br0" timeOffset="114043.03">29811 5231,'0'0,"0"0,-6 3,-10 10,5 7,-3 8,6 1,6 12,7 15,3 5,5 0,4 0,2-4,1-8,1-16,3-8,-4-11,4-10,-24-4,22-4,5-10,-27 14,25-30,-25 30,27-53,-6-14,-15 2,-8 8,-8 6,-10 5,-5 1,-3 12,-4 4,2 7,10 8,2 5,7 7,11 4,11 4,5 3</inkml:trace>
  <inkml:trace contextRef="#ctx0" brushRef="#br0" timeOffset="114530.38">30869 5184,'0'0,"0"0,0 0,-11 0,-10 7,-1 4,-2 4,7 5,6 4,3 1,-1 1,-1 7,10-33,-3 39,3-39,-2 56,2-56,10 63,10-4,12-6,1-14,5-5,-4-9,2-6,0-8,-8-9,-2-6,-26 4,27-14,-27 14,27-27,-7-13,-7-20,-13 3,-13 2,-12-1,-16 8,-21 4,-33 1,-24 16,-10 18</inkml:trace>
  <inkml:trace contextRef="#ctx0" brushRef="#br0" timeOffset="120480.16">23156 6741,'0'0,"0"0,0 0,-14 0,-11 0,-15 9,-2 7,5 8,1 4,-2 6,3 4,35-38,-33 50,-2 6,8 8,27-64,-17 66,17-66,-11 75,8 17,9-8,8-18,-14-66,24 48,7-8,-31-40,46 38,-46-38,62 26,-62-26,73 16,3-10,6-7,-13-8,-23-5,-46 14,40-21,-40 21,36-33,-3-15,-4-7,-29 55,21-60,-21 60,9-72,-11-6,-12-19,-8 14,-7 21,-2 14,-5 15,-6 5,1 0,-4 6,2 3,0 5,4 12,2 4,12 8,12-1,7 7,7 2</inkml:trace>
  <inkml:trace contextRef="#ctx0" brushRef="#br0" timeOffset="120836.93">24168 6818,'0'0,"0"0,0 0,-5 13,1 20,-9 18,3 6,1 7,5 9,-3 4,-3 13,1 0,5-6,4-7,0-77,13 68,-13-68,23 41,10-11,1-18</inkml:trace>
  <inkml:trace contextRef="#ctx0" brushRef="#br0" timeOffset="121394.81">24897 7036,'0'0,"0"0,0 0,-4 10,-3 9,-3 15,7 2,2 8,4 3,8-5,5 1,5-2,-21-41,28 34,-28-34,40 30,-40-30,55 20,-55-20,58 5,-58-5,65-9,-65 9,55-28,-55 28,52-45,-52 45,39-57,-39 57,28-66,-28 66,3-68,-13 3,-18 12,-10 9,-9 11,-7 16,-4 4,4 10,0 5,8 6,12 4,0 7,20 3,3-1,10 1,5 3</inkml:trace>
  <inkml:trace contextRef="#ctx0" brushRef="#br0" timeOffset="121760.18">26233 6691,'0'0,"0"0,-5 12,-5 16,-3 20,3 9,1 7,9-64,-7 73,4 19,3-92,-3 111,3-111,3 110,-3-110,3 111,-3-111,0 0,10 119</inkml:trace>
  <inkml:trace contextRef="#ctx0" brushRef="#br0" timeOffset="122310.28">27719 6845,'0'0,"0"0,0 0,0 0,0 0,-6 16,1 18,-6 21,8 7,-3 10,4 6,-1 17,3-2,3-4,5-6,3-5,-11-78,19 66,-19-66,37 48</inkml:trace>
  <inkml:trace contextRef="#ctx0" brushRef="#br0" timeOffset="122820.55">28896 6973,'0'0,"0"0,0 0,0 0,-7 11,1 8,-2 18,2 7,6 6,9 2,6 4,10-7,-25-49,36 44,4-8,7 0,-1-8,-2-11,-1-5,6-8,-6-11,-4-4,-3-7,-6-10,-1-5,-10-11,-2-4,-17 48,4-53,-8-6,4 59,-25-60,-13 6,-9 13,1 15,2 13,15 10,13 3,16 2</inkml:trace>
  <inkml:trace contextRef="#ctx0" brushRef="#br0" timeOffset="123258.38">30118 6965,'0'0,"-5"11,-6 9,-3 18,7 2,-2 4,9 6,0-50,11 56,16-4,-27-52,41 42,-41-42,52 32,-52-32,62 18,-62-18,65 0,1-21,-66 21,54-38,-54 38,33-55,-17-7,-16-3,-13 6,-20 11,-7 4,-7 8,-2 11,8 12,13 6,10 2</inkml:trace>
  <inkml:trace contextRef="#ctx0" brushRef="#br0" timeOffset="123625.78">31035 6692,'0'0,"0"0,0 0,3 19,2 22,6 25,5 6,-3-3,2-2,3 8,-1 16,-1 7,0-3,-7-6,0-2,-7-1,1-2</inkml:trace>
  <inkml:trace contextRef="#ctx0" brushRef="#br0" timeOffset="143853.54">23275 8840,'0'0,"-16"-14,3 0,-4-6,1 6,1-2,0 3,0 1,3 6,3 1,-4 7,2 1,-3 1,0 3,2 0,0 2,-1 0,-2 0,2 5,2-3,-2 5,5-1,-1 3,3 1,6-19,-9 24,-3 7,12-31,-16 41,16-41,-23 53,0 12,23-65,-28 72,-3 17,1 7,7-3,4-14,5-8,-2-14,3-1,13-56,-17 70,6 7,11-77,-15 112,0 13,2-2,-3-9,0-19,-1-6,4-5,4 5,1-2,3 4,-1 4,-5 5,1 11,1 4,-2 2,6 3,-9 6,1 8,5-7,7-2,-1-1,-3 6,1-4,2 4,0-3,-5 4,0 1,3 3,-5 6,5 7,-2-5,1 1,0-6,0-2,4-6,-7 1,0 3,-5-5,-1-1,10 3,-5 0,5 3,-1-1,3 6,-1 4,0-3,-2-4,1-7,-1 1,5-6,0-2,0-8,-2-7,-3 3,4 2,-1-7,1 0,-4-5,10 4,-2-2,2 0,-4-9,1-7,3 0,-5 3,0-1,0-88,0 95,1 3,2 3,-1-7,4-10,-3-1,-3-83,2 86,-2 0,1-1,-1-10,0-75,4 76,-4 2,0-78,0 86,0-11,0-75,0 0,0 0,0 56,0-56,-4-2</inkml:trace>
  <inkml:trace contextRef="#ctx0" brushRef="#br0" timeOffset="144970.71">23363 8615,'0'0,"5"5,3 3,11 9,-1-2,-1 1,-1-2,4 4,2 7,-22-25,21 32,11 13,-1 10,-1-2,-3 6,0 0,-2 4,5-1,2 7,11 17,-10 11,-1 14,-7-5,0 4,-3 2,-3 7,-3 10,-2 8,5 8,0 2,-1-1,-4 4,0 1,0 5,-4 4,1 3,1 4,-1 1,-4-2,-4 7,5 2,-2 3,1 1,-6 0,4-1,-3 6,-2 7,-2 6,-3-5,5 2,0-6,-3-5,-2-1,-1-2,1 2,1-1,2 1,-3 0,3 4,-1 5,3 2,3-7,4-5,-4-6,0-15,2-5,-1-12,-2-9,-2-8,0 1,5-7,-2 3,4-8,-1-5,8-1,2 6,1-2,-17-113,11 113</inkml:trace>
  <inkml:trace contextRef="#ctx0" brushRef="#br0" timeOffset="146998.85">30421 2901,'0'0,"0"0,0 0,0 9,5 13,0 13,-2-1,-1 3,-1 2,-1 6,0-45,2 58,7 8,-4 7,-5-73,11 83,2 20,-4 6,-6 3,-3-8,-3 3,-6-1,-4-3,8-3,9 6,8-2,4 0,11-1,-2 8,3-1,-8 6,-5 6,-8 8,-6 5,-1-4,0 4,-4-6,4 0,4-2,9-3,11-1,1-4,2 3,-2-3,-6 6,3 2,-8 0,-4 6,1-4,2-1,-7-9,5-2,0-14,0 3,5-3,0-3,6-8,2-7,0-10,4-3,2-4,5-5,-5-15,0-12,-30-36,44 34,-44-34,56 23,8-6,4-14,-6-9,-2-10,-3-7,-3-7,-4-8,-2-5,-1-9,-2-10,2-16,-6-7,-6 1,-7 0,-4-3,-4-7,-5-1,-1-5,0-8,-3-2,-5 1,-1-4,0 1,0-1,-5-1,-2-5,-1-7,0-2,-2 5,2 6,1-2,-4-1,0 2,-1-6,3 3,-3-4,-4 0,3 5,-3 3,6-3,-2-1,2 4,0-2,0 5,-1 6,0-2,-2 1,-2-1,2 4,-1 2,1 1,5 0,-2 3,0 0,4 5,-7 3,3 8,0-5,2 0,-3 6,-8 3,-4 7,-1 14,1 10,-8-1,-12 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704F49-2576-4480-8A38-703FF3AF9A12}" type="datetimeFigureOut">
              <a:rPr lang="en-GB" smtClean="0"/>
              <a:t>16/10/2024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F78104-26C7-4DCC-881F-EF51AADEDCFA}" type="slidenum">
              <a:rPr lang="en-GB" smtClean="0"/>
              <a:t>‹#›</a:t>
            </a:fld>
            <a:endParaRPr lang="en-GB"/>
          </a:p>
        </p:txBody>
      </p:sp>
    </p:spTree>
    <p:extLst>
      <p:ext uri="{BB962C8B-B14F-4D97-AF65-F5344CB8AC3E}">
        <p14:creationId xmlns:p14="http://schemas.microsoft.com/office/powerpoint/2010/main" val="521554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Every 8th bit of the 64-bit key is a parity bit. For each 7-bit segment of the key, one extra bit is added to ensure that the number of 1s in that segment is odd (odd parity).</a:t>
            </a:r>
          </a:p>
        </p:txBody>
      </p:sp>
      <p:sp>
        <p:nvSpPr>
          <p:cNvPr id="4" name="Slide Number Placeholder 3"/>
          <p:cNvSpPr>
            <a:spLocks noGrp="1"/>
          </p:cNvSpPr>
          <p:nvPr>
            <p:ph type="sldNum" sz="quarter" idx="5"/>
          </p:nvPr>
        </p:nvSpPr>
        <p:spPr/>
        <p:txBody>
          <a:bodyPr/>
          <a:lstStyle/>
          <a:p>
            <a:fld id="{39F78104-26C7-4DCC-881F-EF51AADEDCFA}" type="slidenum">
              <a:rPr lang="en-GB" smtClean="0"/>
              <a:t>12</a:t>
            </a:fld>
            <a:endParaRPr lang="en-GB"/>
          </a:p>
        </p:txBody>
      </p:sp>
    </p:spTree>
    <p:extLst>
      <p:ext uri="{BB962C8B-B14F-4D97-AF65-F5344CB8AC3E}">
        <p14:creationId xmlns:p14="http://schemas.microsoft.com/office/powerpoint/2010/main" val="1544612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Detailed Steps for 48-bit to 32-bit Conversion Using S-boxes:</a:t>
            </a:r>
          </a:p>
          <a:p>
            <a:pPr>
              <a:buFont typeface="+mj-lt"/>
              <a:buAutoNum type="arabicPeriod"/>
            </a:pPr>
            <a:r>
              <a:rPr lang="en-GB" b="1" dirty="0"/>
              <a:t>Input to S-boxes (48-bit)</a:t>
            </a:r>
            <a:r>
              <a:rPr lang="en-GB" dirty="0"/>
              <a:t>:</a:t>
            </a:r>
          </a:p>
          <a:p>
            <a:pPr marL="742950" lvl="1" indent="-285750">
              <a:buFont typeface="+mj-lt"/>
              <a:buAutoNum type="arabicPeriod"/>
            </a:pPr>
            <a:r>
              <a:rPr lang="en-GB" dirty="0"/>
              <a:t>After the </a:t>
            </a:r>
            <a:r>
              <a:rPr lang="en-GB" b="1" dirty="0"/>
              <a:t>expansion permutation (E)</a:t>
            </a:r>
            <a:r>
              <a:rPr lang="en-GB" dirty="0"/>
              <a:t>, the right half of the 32-bit data block is expanded to 48 bits.</a:t>
            </a:r>
          </a:p>
          <a:p>
            <a:pPr marL="742950" lvl="1" indent="-285750">
              <a:buFont typeface="+mj-lt"/>
              <a:buAutoNum type="arabicPeriod"/>
            </a:pPr>
            <a:r>
              <a:rPr lang="en-GB" dirty="0"/>
              <a:t>This 48-bit expanded data is </a:t>
            </a:r>
            <a:r>
              <a:rPr lang="en-GB" b="1" dirty="0"/>
              <a:t>XORed</a:t>
            </a:r>
            <a:r>
              <a:rPr lang="en-GB" dirty="0"/>
              <a:t> with a </a:t>
            </a:r>
            <a:r>
              <a:rPr lang="en-GB" b="1" dirty="0"/>
              <a:t>48-bit subkey</a:t>
            </a:r>
            <a:r>
              <a:rPr lang="en-GB" dirty="0"/>
              <a:t> generated from the key scheduling process.</a:t>
            </a:r>
          </a:p>
          <a:p>
            <a:pPr marL="742950" lvl="1" indent="-285750">
              <a:buFont typeface="+mj-lt"/>
              <a:buAutoNum type="arabicPeriod"/>
            </a:pPr>
            <a:r>
              <a:rPr lang="en-GB" dirty="0"/>
              <a:t>The 48-bit result is then divided into </a:t>
            </a:r>
            <a:r>
              <a:rPr lang="en-GB" b="1" dirty="0"/>
              <a:t>8 groups of 6 bits</a:t>
            </a:r>
            <a:r>
              <a:rPr lang="en-GB" dirty="0"/>
              <a:t> each, where each group is fed into a separate S-box.</a:t>
            </a:r>
          </a:p>
          <a:p>
            <a:pPr>
              <a:buFont typeface="+mj-lt"/>
              <a:buAutoNum type="arabicPeriod"/>
            </a:pPr>
            <a:r>
              <a:rPr lang="en-GB" dirty="0"/>
              <a:t>Example of dividing 48-bit input:</a:t>
            </a:r>
          </a:p>
          <a:p>
            <a:pPr>
              <a:buFont typeface="+mj-lt"/>
              <a:buAutoNum type="arabicPeriod"/>
            </a:pPr>
            <a:r>
              <a:rPr lang="en-GB" dirty="0"/>
              <a:t>Copy code</a:t>
            </a:r>
          </a:p>
          <a:p>
            <a:pPr rtl="0">
              <a:buFont typeface="+mj-lt"/>
              <a:buAutoNum type="arabicPeriod"/>
            </a:pPr>
            <a:r>
              <a:rPr lang="en-GB" dirty="0"/>
              <a:t>6 bits | 6 bits | 6 bits | 6 bits | 6 bits | 6 bits | 6 bits | 6 bits </a:t>
            </a:r>
          </a:p>
          <a:p>
            <a:pPr>
              <a:buFont typeface="+mj-lt"/>
              <a:buAutoNum type="arabicPeriod"/>
            </a:pPr>
            <a:r>
              <a:rPr lang="en-GB" b="1" dirty="0"/>
              <a:t>S-box Operation</a:t>
            </a:r>
            <a:r>
              <a:rPr lang="en-GB" dirty="0"/>
              <a:t>: Each of the </a:t>
            </a:r>
            <a:r>
              <a:rPr lang="en-GB" b="1" dirty="0"/>
              <a:t>8 S-boxes</a:t>
            </a:r>
            <a:r>
              <a:rPr lang="en-GB" dirty="0"/>
              <a:t> takes a </a:t>
            </a:r>
            <a:r>
              <a:rPr lang="en-GB" b="1" dirty="0"/>
              <a:t>6-bit input</a:t>
            </a:r>
            <a:r>
              <a:rPr lang="en-GB" dirty="0"/>
              <a:t> and produces a </a:t>
            </a:r>
            <a:r>
              <a:rPr lang="en-GB" b="1" dirty="0"/>
              <a:t>4-bit output</a:t>
            </a:r>
            <a:r>
              <a:rPr lang="en-GB" dirty="0"/>
              <a:t>. The S-boxes are pre-defined and are used for substitution. The function of the S-box is to map the 6-bit input to a 4-bit output according to a lookup table, which introduces non-linearity into the encryption process.</a:t>
            </a:r>
          </a:p>
          <a:p>
            <a:pPr>
              <a:buFont typeface="+mj-lt"/>
              <a:buAutoNum type="arabicPeriod"/>
            </a:pPr>
            <a:r>
              <a:rPr lang="en-GB" dirty="0"/>
              <a:t>For each 6-bit input, the S-box interprets:</a:t>
            </a:r>
          </a:p>
          <a:p>
            <a:pPr marL="742950" lvl="1" indent="-285750">
              <a:buFont typeface="+mj-lt"/>
              <a:buAutoNum type="arabicPeriod"/>
            </a:pPr>
            <a:r>
              <a:rPr lang="en-GB" b="1" dirty="0"/>
              <a:t>The first and last bits</a:t>
            </a:r>
            <a:r>
              <a:rPr lang="en-GB" dirty="0"/>
              <a:t> (bit positions 1 and 6) as the </a:t>
            </a:r>
            <a:r>
              <a:rPr lang="en-GB" b="1" dirty="0"/>
              <a:t>row</a:t>
            </a:r>
            <a:r>
              <a:rPr lang="en-GB" dirty="0"/>
              <a:t>.</a:t>
            </a:r>
          </a:p>
          <a:p>
            <a:pPr marL="742950" lvl="1" indent="-285750">
              <a:buFont typeface="+mj-lt"/>
              <a:buAutoNum type="arabicPeriod"/>
            </a:pPr>
            <a:r>
              <a:rPr lang="en-GB" b="1" dirty="0"/>
              <a:t>The middle four bits</a:t>
            </a:r>
            <a:r>
              <a:rPr lang="en-GB" dirty="0"/>
              <a:t> (bit positions 2, 3, 4, and 5) as the </a:t>
            </a:r>
            <a:r>
              <a:rPr lang="en-GB" b="1" dirty="0"/>
              <a:t>column</a:t>
            </a:r>
            <a:r>
              <a:rPr lang="en-GB" dirty="0"/>
              <a:t>.</a:t>
            </a:r>
          </a:p>
          <a:p>
            <a:pPr>
              <a:buFont typeface="+mj-lt"/>
              <a:buAutoNum type="arabicPeriod"/>
            </a:pPr>
            <a:r>
              <a:rPr lang="en-GB" dirty="0"/>
              <a:t>Each row and column combination corresponds to a </a:t>
            </a:r>
            <a:r>
              <a:rPr lang="en-GB" b="1" dirty="0"/>
              <a:t>4-bit output</a:t>
            </a:r>
            <a:r>
              <a:rPr lang="en-GB" dirty="0"/>
              <a:t> from the S-box lookup table.</a:t>
            </a:r>
          </a:p>
          <a:p>
            <a:endParaRPr lang="en-GB" dirty="0"/>
          </a:p>
        </p:txBody>
      </p:sp>
      <p:sp>
        <p:nvSpPr>
          <p:cNvPr id="4" name="Slide Number Placeholder 3"/>
          <p:cNvSpPr>
            <a:spLocks noGrp="1"/>
          </p:cNvSpPr>
          <p:nvPr>
            <p:ph type="sldNum" sz="quarter" idx="5"/>
          </p:nvPr>
        </p:nvSpPr>
        <p:spPr/>
        <p:txBody>
          <a:bodyPr/>
          <a:lstStyle/>
          <a:p>
            <a:fld id="{39F78104-26C7-4DCC-881F-EF51AADEDCFA}" type="slidenum">
              <a:rPr lang="en-GB" smtClean="0"/>
              <a:t>29</a:t>
            </a:fld>
            <a:endParaRPr lang="en-GB"/>
          </a:p>
        </p:txBody>
      </p:sp>
    </p:spTree>
    <p:extLst>
      <p:ext uri="{BB962C8B-B14F-4D97-AF65-F5344CB8AC3E}">
        <p14:creationId xmlns:p14="http://schemas.microsoft.com/office/powerpoint/2010/main" val="2529660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9F78104-26C7-4DCC-881F-EF51AADEDCFA}" type="slidenum">
              <a:rPr lang="en-GB" smtClean="0"/>
              <a:t>36</a:t>
            </a:fld>
            <a:endParaRPr lang="en-GB"/>
          </a:p>
        </p:txBody>
      </p:sp>
    </p:spTree>
    <p:extLst>
      <p:ext uri="{BB962C8B-B14F-4D97-AF65-F5344CB8AC3E}">
        <p14:creationId xmlns:p14="http://schemas.microsoft.com/office/powerpoint/2010/main" val="2253868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08E8B-67D3-B75F-4695-1A438C529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DEAED5C-EEBD-F468-AD22-1934E92327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381296A-84D9-AF73-C7E2-28691485A4AF}"/>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5" name="Footer Placeholder 4">
            <a:extLst>
              <a:ext uri="{FF2B5EF4-FFF2-40B4-BE49-F238E27FC236}">
                <a16:creationId xmlns:a16="http://schemas.microsoft.com/office/drawing/2014/main" id="{7C562F73-8E27-503F-0836-88397C519F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102037-D2AC-89A8-7657-49C48A79EF08}"/>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1793693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8BC4-F3DA-38AA-93B1-84F075D2162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4F73B0E-5525-1B0D-A1F5-F09B771E5B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B59451-C97A-94A5-CB54-AB29467DA9EF}"/>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5" name="Footer Placeholder 4">
            <a:extLst>
              <a:ext uri="{FF2B5EF4-FFF2-40B4-BE49-F238E27FC236}">
                <a16:creationId xmlns:a16="http://schemas.microsoft.com/office/drawing/2014/main" id="{7EC0A1D8-0AC2-F440-2B1A-C87242C837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69F515-8EFD-EC30-79ED-024A8B46F204}"/>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483512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01741-4686-2579-F254-40594C147E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1B1A2D3-492C-AAA4-547D-831863615E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58A559-70A3-6118-A6BE-1F044B21EB9B}"/>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5" name="Footer Placeholder 4">
            <a:extLst>
              <a:ext uri="{FF2B5EF4-FFF2-40B4-BE49-F238E27FC236}">
                <a16:creationId xmlns:a16="http://schemas.microsoft.com/office/drawing/2014/main" id="{23FE8662-1495-6349-A76C-DBAAA35BF0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4086FE-3ACD-1716-49B1-8F4E08991333}"/>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1071324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64FDE-3DDB-10D0-F690-7E84B8C79FD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1A3023C-9BC6-CD64-9F3E-582E91AFF4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7B7B0A0-4758-0285-5D0F-6C48205C92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7BDE22B-7509-A395-BBDC-18BDC327B082}"/>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6" name="Footer Placeholder 5">
            <a:extLst>
              <a:ext uri="{FF2B5EF4-FFF2-40B4-BE49-F238E27FC236}">
                <a16:creationId xmlns:a16="http://schemas.microsoft.com/office/drawing/2014/main" id="{B461D9C3-40AA-802F-E9D7-6776B98F9A0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3D727B8-D8AF-5978-B625-2C9B1A12610C}"/>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478024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6F68-DECC-42AD-F865-98A9DE89422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9465194-A7F9-AFF4-815A-B861CBFC0D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4D1CAE-D0C8-483F-615F-0678C3E9B2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1406F3D-03D4-F3A1-433D-E020928EED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7ECD67-8CD2-498B-B502-F641F3FADA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5A78A2A-7F5C-3D65-CF96-3D41D9E48B4B}"/>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8" name="Footer Placeholder 7">
            <a:extLst>
              <a:ext uri="{FF2B5EF4-FFF2-40B4-BE49-F238E27FC236}">
                <a16:creationId xmlns:a16="http://schemas.microsoft.com/office/drawing/2014/main" id="{7FF29422-05F8-82BA-610E-88FEFED85E2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E44BA36-75DF-3A83-D4D1-7CCD64F30C34}"/>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3937746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E0358-7F9D-82B8-F469-3C62F6DAC17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51469B4-5794-CDA4-B569-8E01E331675B}"/>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4" name="Footer Placeholder 3">
            <a:extLst>
              <a:ext uri="{FF2B5EF4-FFF2-40B4-BE49-F238E27FC236}">
                <a16:creationId xmlns:a16="http://schemas.microsoft.com/office/drawing/2014/main" id="{5598BB49-65A1-AAFC-3EC9-5086DB63F6C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0A3B747-2B19-07CF-E3B3-55A818274AAE}"/>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4097617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984229-C292-8C23-92D5-619B0F73FC38}"/>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3" name="Footer Placeholder 2">
            <a:extLst>
              <a:ext uri="{FF2B5EF4-FFF2-40B4-BE49-F238E27FC236}">
                <a16:creationId xmlns:a16="http://schemas.microsoft.com/office/drawing/2014/main" id="{DC4D33DE-7EE6-2640-6D63-1E5DE9DA68C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3296B8F-011F-7F09-0E6D-25F9A449B67C}"/>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1783115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898F-D1AD-96C3-AFB6-E70943CADA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FECFA86-6D3A-B5CF-B393-297DB282CD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02A123D-5C04-1D0C-AA8A-2081D296F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D9CED-1A5D-95CC-9DF5-C08D3B93008F}"/>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6" name="Footer Placeholder 5">
            <a:extLst>
              <a:ext uri="{FF2B5EF4-FFF2-40B4-BE49-F238E27FC236}">
                <a16:creationId xmlns:a16="http://schemas.microsoft.com/office/drawing/2014/main" id="{F3B3F2C4-48A1-F71F-E843-36413B8EE0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1068B4-4CF0-35A5-5086-B47D909DBFE1}"/>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1813431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2C4D4-C3EE-5456-1F29-A5CF83090F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860D118-0095-06F2-B138-6C3889DA7C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CF829D0-B933-8089-1231-09BA5F1702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B75207-F158-9F9B-1470-7F4198ADD0B0}"/>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6" name="Footer Placeholder 5">
            <a:extLst>
              <a:ext uri="{FF2B5EF4-FFF2-40B4-BE49-F238E27FC236}">
                <a16:creationId xmlns:a16="http://schemas.microsoft.com/office/drawing/2014/main" id="{BC00CB71-838E-B3E9-83B7-C8166A3E1E0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9F4E62-B5D9-5845-16D2-9A19D6D5EFE3}"/>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4284514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EDA60-2641-FF6C-3511-04B183699F3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352A859-FF02-DA04-FAA3-8AE83B2393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771AF8F-CC0B-B788-00D2-7F9AEF6AFA12}"/>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5" name="Footer Placeholder 4">
            <a:extLst>
              <a:ext uri="{FF2B5EF4-FFF2-40B4-BE49-F238E27FC236}">
                <a16:creationId xmlns:a16="http://schemas.microsoft.com/office/drawing/2014/main" id="{7319064D-CF89-3D40-5873-21A58935AF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478B2B-C374-B412-AFB4-321529F01BA7}"/>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740905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D8C137-89CB-14C3-D914-FAB8275C8C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7CE443C-B205-0B04-C62C-1F76B8A3A3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909D29-44D5-A141-8094-50BD44AD1679}"/>
              </a:ext>
            </a:extLst>
          </p:cNvPr>
          <p:cNvSpPr>
            <a:spLocks noGrp="1"/>
          </p:cNvSpPr>
          <p:nvPr>
            <p:ph type="dt" sz="half" idx="10"/>
          </p:nvPr>
        </p:nvSpPr>
        <p:spPr/>
        <p:txBody>
          <a:bodyPr/>
          <a:lstStyle/>
          <a:p>
            <a:fld id="{A5F97E9A-5AC5-4A06-912A-59F52055E4BF}" type="datetimeFigureOut">
              <a:rPr lang="en-GB" smtClean="0"/>
              <a:t>16/10/2024</a:t>
            </a:fld>
            <a:endParaRPr lang="en-GB"/>
          </a:p>
        </p:txBody>
      </p:sp>
      <p:sp>
        <p:nvSpPr>
          <p:cNvPr id="5" name="Footer Placeholder 4">
            <a:extLst>
              <a:ext uri="{FF2B5EF4-FFF2-40B4-BE49-F238E27FC236}">
                <a16:creationId xmlns:a16="http://schemas.microsoft.com/office/drawing/2014/main" id="{204C6AAF-DBDB-0F7B-CE43-658A23D8980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8654B8-2B62-D5DC-BA4F-C0693660B959}"/>
              </a:ext>
            </a:extLst>
          </p:cNvPr>
          <p:cNvSpPr>
            <a:spLocks noGrp="1"/>
          </p:cNvSpPr>
          <p:nvPr>
            <p:ph type="sldNum" sz="quarter" idx="12"/>
          </p:nvPr>
        </p:nvSpPr>
        <p:spPr/>
        <p:txBody>
          <a:bodyPr/>
          <a:lstStyle/>
          <a:p>
            <a:fld id="{14CC91D2-9A48-4B92-AD3A-EEBD07DC3473}" type="slidenum">
              <a:rPr lang="en-GB" smtClean="0"/>
              <a:t>‹#›</a:t>
            </a:fld>
            <a:endParaRPr lang="en-GB"/>
          </a:p>
        </p:txBody>
      </p:sp>
    </p:spTree>
    <p:extLst>
      <p:ext uri="{BB962C8B-B14F-4D97-AF65-F5344CB8AC3E}">
        <p14:creationId xmlns:p14="http://schemas.microsoft.com/office/powerpoint/2010/main" val="34968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0B3047-9D33-D45B-6B0B-3419EBE49C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1B18BFF-BE2F-B7EB-CB25-5684D1C555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BDA573B-BA6A-E85B-2C18-588F0621DE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F97E9A-5AC5-4A06-912A-59F52055E4BF}" type="datetimeFigureOut">
              <a:rPr lang="en-GB" smtClean="0"/>
              <a:t>16/10/2024</a:t>
            </a:fld>
            <a:endParaRPr lang="en-GB"/>
          </a:p>
        </p:txBody>
      </p:sp>
      <p:sp>
        <p:nvSpPr>
          <p:cNvPr id="5" name="Footer Placeholder 4">
            <a:extLst>
              <a:ext uri="{FF2B5EF4-FFF2-40B4-BE49-F238E27FC236}">
                <a16:creationId xmlns:a16="http://schemas.microsoft.com/office/drawing/2014/main" id="{E658BC49-7923-FA0F-5CAF-88F767DE44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2E3BC90-D426-71B4-F7B4-9509A0CD7F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CC91D2-9A48-4B92-AD3A-EEBD07DC3473}" type="slidenum">
              <a:rPr lang="en-GB" smtClean="0"/>
              <a:t>‹#›</a:t>
            </a:fld>
            <a:endParaRPr lang="en-GB"/>
          </a:p>
        </p:txBody>
      </p:sp>
    </p:spTree>
    <p:extLst>
      <p:ext uri="{BB962C8B-B14F-4D97-AF65-F5344CB8AC3E}">
        <p14:creationId xmlns:p14="http://schemas.microsoft.com/office/powerpoint/2010/main" val="3900519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customXml" Target="../ink/ink6.xml"/><Relationship Id="rId4" Type="http://schemas.openxmlformats.org/officeDocument/2006/relationships/image" Target="../media/image7.emf"/></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customXml" Target="../ink/ink7.xml"/><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customXml" Target="../ink/ink8.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3" Type="http://schemas.openxmlformats.org/officeDocument/2006/relationships/customXml" Target="../ink/ink15.xml"/><Relationship Id="rId18" Type="http://schemas.openxmlformats.org/officeDocument/2006/relationships/image" Target="../media/image17.png"/><Relationship Id="rId26" Type="http://schemas.openxmlformats.org/officeDocument/2006/relationships/image" Target="../media/image21.png"/><Relationship Id="rId39" Type="http://schemas.openxmlformats.org/officeDocument/2006/relationships/customXml" Target="../ink/ink28.xml"/><Relationship Id="rId21" Type="http://schemas.openxmlformats.org/officeDocument/2006/relationships/customXml" Target="../ink/ink19.xml"/><Relationship Id="rId34" Type="http://schemas.openxmlformats.org/officeDocument/2006/relationships/image" Target="../media/image25.png"/><Relationship Id="rId42" Type="http://schemas.openxmlformats.org/officeDocument/2006/relationships/image" Target="../media/image29.png"/><Relationship Id="rId47" Type="http://schemas.openxmlformats.org/officeDocument/2006/relationships/customXml" Target="../ink/ink32.xml"/><Relationship Id="rId50" Type="http://schemas.openxmlformats.org/officeDocument/2006/relationships/image" Target="../media/image33.png"/><Relationship Id="rId55" Type="http://schemas.openxmlformats.org/officeDocument/2006/relationships/customXml" Target="../ink/ink36.xml"/><Relationship Id="rId7" Type="http://schemas.openxmlformats.org/officeDocument/2006/relationships/customXml" Target="../ink/ink12.xml"/><Relationship Id="rId2" Type="http://schemas.openxmlformats.org/officeDocument/2006/relationships/image" Target="../media/image9.png"/><Relationship Id="rId16" Type="http://schemas.openxmlformats.org/officeDocument/2006/relationships/image" Target="../media/image16.png"/><Relationship Id="rId29" Type="http://schemas.openxmlformats.org/officeDocument/2006/relationships/customXml" Target="../ink/ink23.xml"/><Relationship Id="rId11" Type="http://schemas.openxmlformats.org/officeDocument/2006/relationships/customXml" Target="../ink/ink14.xml"/><Relationship Id="rId24" Type="http://schemas.openxmlformats.org/officeDocument/2006/relationships/image" Target="../media/image20.png"/><Relationship Id="rId32" Type="http://schemas.openxmlformats.org/officeDocument/2006/relationships/image" Target="../media/image24.png"/><Relationship Id="rId37" Type="http://schemas.openxmlformats.org/officeDocument/2006/relationships/customXml" Target="../ink/ink27.xml"/><Relationship Id="rId40" Type="http://schemas.openxmlformats.org/officeDocument/2006/relationships/image" Target="../media/image28.png"/><Relationship Id="rId45" Type="http://schemas.openxmlformats.org/officeDocument/2006/relationships/customXml" Target="../ink/ink31.xml"/><Relationship Id="rId53" Type="http://schemas.openxmlformats.org/officeDocument/2006/relationships/customXml" Target="../ink/ink35.xml"/><Relationship Id="rId58" Type="http://schemas.openxmlformats.org/officeDocument/2006/relationships/image" Target="../media/image37.png"/><Relationship Id="rId5" Type="http://schemas.openxmlformats.org/officeDocument/2006/relationships/customXml" Target="../ink/ink11.xml"/><Relationship Id="rId19" Type="http://schemas.openxmlformats.org/officeDocument/2006/relationships/customXml" Target="../ink/ink18.xml"/><Relationship Id="rId4" Type="http://schemas.openxmlformats.org/officeDocument/2006/relationships/image" Target="../media/image10.png"/><Relationship Id="rId9" Type="http://schemas.openxmlformats.org/officeDocument/2006/relationships/customXml" Target="../ink/ink13.xml"/><Relationship Id="rId14" Type="http://schemas.openxmlformats.org/officeDocument/2006/relationships/image" Target="../media/image15.png"/><Relationship Id="rId22" Type="http://schemas.openxmlformats.org/officeDocument/2006/relationships/image" Target="../media/image19.png"/><Relationship Id="rId27" Type="http://schemas.openxmlformats.org/officeDocument/2006/relationships/customXml" Target="../ink/ink22.xml"/><Relationship Id="rId30" Type="http://schemas.openxmlformats.org/officeDocument/2006/relationships/image" Target="../media/image23.png"/><Relationship Id="rId35" Type="http://schemas.openxmlformats.org/officeDocument/2006/relationships/customXml" Target="../ink/ink26.xml"/><Relationship Id="rId43" Type="http://schemas.openxmlformats.org/officeDocument/2006/relationships/customXml" Target="../ink/ink30.xml"/><Relationship Id="rId48" Type="http://schemas.openxmlformats.org/officeDocument/2006/relationships/image" Target="../media/image32.png"/><Relationship Id="rId56" Type="http://schemas.openxmlformats.org/officeDocument/2006/relationships/image" Target="../media/image36.png"/><Relationship Id="rId8" Type="http://schemas.openxmlformats.org/officeDocument/2006/relationships/image" Target="../media/image12.png"/><Relationship Id="rId51" Type="http://schemas.openxmlformats.org/officeDocument/2006/relationships/customXml" Target="../ink/ink34.xml"/><Relationship Id="rId3" Type="http://schemas.openxmlformats.org/officeDocument/2006/relationships/customXml" Target="../ink/ink10.xml"/><Relationship Id="rId12" Type="http://schemas.openxmlformats.org/officeDocument/2006/relationships/image" Target="../media/image14.png"/><Relationship Id="rId17" Type="http://schemas.openxmlformats.org/officeDocument/2006/relationships/customXml" Target="../ink/ink17.xml"/><Relationship Id="rId25" Type="http://schemas.openxmlformats.org/officeDocument/2006/relationships/customXml" Target="../ink/ink21.xml"/><Relationship Id="rId33" Type="http://schemas.openxmlformats.org/officeDocument/2006/relationships/customXml" Target="../ink/ink25.xml"/><Relationship Id="rId38" Type="http://schemas.openxmlformats.org/officeDocument/2006/relationships/image" Target="../media/image27.png"/><Relationship Id="rId46" Type="http://schemas.openxmlformats.org/officeDocument/2006/relationships/image" Target="../media/image31.png"/><Relationship Id="rId20" Type="http://schemas.openxmlformats.org/officeDocument/2006/relationships/image" Target="../media/image18.png"/><Relationship Id="rId41" Type="http://schemas.openxmlformats.org/officeDocument/2006/relationships/customXml" Target="../ink/ink29.xml"/><Relationship Id="rId54"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11.png"/><Relationship Id="rId15" Type="http://schemas.openxmlformats.org/officeDocument/2006/relationships/customXml" Target="../ink/ink16.xml"/><Relationship Id="rId23" Type="http://schemas.openxmlformats.org/officeDocument/2006/relationships/customXml" Target="../ink/ink20.xml"/><Relationship Id="rId28" Type="http://schemas.openxmlformats.org/officeDocument/2006/relationships/image" Target="../media/image22.png"/><Relationship Id="rId36" Type="http://schemas.openxmlformats.org/officeDocument/2006/relationships/image" Target="../media/image26.png"/><Relationship Id="rId49" Type="http://schemas.openxmlformats.org/officeDocument/2006/relationships/customXml" Target="../ink/ink33.xml"/><Relationship Id="rId57" Type="http://schemas.openxmlformats.org/officeDocument/2006/relationships/customXml" Target="../ink/ink37.xml"/><Relationship Id="rId10" Type="http://schemas.openxmlformats.org/officeDocument/2006/relationships/image" Target="../media/image13.png"/><Relationship Id="rId31" Type="http://schemas.openxmlformats.org/officeDocument/2006/relationships/customXml" Target="../ink/ink24.xml"/><Relationship Id="rId44" Type="http://schemas.openxmlformats.org/officeDocument/2006/relationships/image" Target="../media/image30.png"/><Relationship Id="rId52"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ustomXml" Target="../ink/ink38.xml"/><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3" Type="http://schemas.openxmlformats.org/officeDocument/2006/relationships/customXml" Target="../ink/ink44.xml"/><Relationship Id="rId18" Type="http://schemas.openxmlformats.org/officeDocument/2006/relationships/image" Target="../media/image250.png"/><Relationship Id="rId26" Type="http://schemas.openxmlformats.org/officeDocument/2006/relationships/image" Target="../media/image290.png"/><Relationship Id="rId39" Type="http://schemas.openxmlformats.org/officeDocument/2006/relationships/customXml" Target="../ink/ink57.xml"/><Relationship Id="rId21" Type="http://schemas.openxmlformats.org/officeDocument/2006/relationships/customXml" Target="../ink/ink48.xml"/><Relationship Id="rId34" Type="http://schemas.openxmlformats.org/officeDocument/2006/relationships/image" Target="../media/image330.png"/><Relationship Id="rId42" Type="http://schemas.openxmlformats.org/officeDocument/2006/relationships/image" Target="../media/image370.png"/><Relationship Id="rId47" Type="http://schemas.openxmlformats.org/officeDocument/2006/relationships/customXml" Target="../ink/ink61.xml"/><Relationship Id="rId50" Type="http://schemas.openxmlformats.org/officeDocument/2006/relationships/image" Target="../media/image410.png"/><Relationship Id="rId55" Type="http://schemas.openxmlformats.org/officeDocument/2006/relationships/customXml" Target="../ink/ink65.xml"/><Relationship Id="rId7" Type="http://schemas.openxmlformats.org/officeDocument/2006/relationships/customXml" Target="../ink/ink41.xml"/><Relationship Id="rId2" Type="http://schemas.openxmlformats.org/officeDocument/2006/relationships/image" Target="../media/image9.png"/><Relationship Id="rId16" Type="http://schemas.openxmlformats.org/officeDocument/2006/relationships/image" Target="../media/image240.png"/><Relationship Id="rId29" Type="http://schemas.openxmlformats.org/officeDocument/2006/relationships/customXml" Target="../ink/ink52.xml"/><Relationship Id="rId11" Type="http://schemas.openxmlformats.org/officeDocument/2006/relationships/customXml" Target="../ink/ink43.xml"/><Relationship Id="rId24" Type="http://schemas.openxmlformats.org/officeDocument/2006/relationships/image" Target="../media/image280.png"/><Relationship Id="rId32" Type="http://schemas.openxmlformats.org/officeDocument/2006/relationships/image" Target="../media/image320.png"/><Relationship Id="rId37" Type="http://schemas.openxmlformats.org/officeDocument/2006/relationships/customXml" Target="../ink/ink56.xml"/><Relationship Id="rId40" Type="http://schemas.openxmlformats.org/officeDocument/2006/relationships/image" Target="../media/image360.png"/><Relationship Id="rId45" Type="http://schemas.openxmlformats.org/officeDocument/2006/relationships/customXml" Target="../ink/ink60.xml"/><Relationship Id="rId53" Type="http://schemas.openxmlformats.org/officeDocument/2006/relationships/customXml" Target="../ink/ink64.xml"/><Relationship Id="rId5" Type="http://schemas.openxmlformats.org/officeDocument/2006/relationships/customXml" Target="../ink/ink40.xml"/><Relationship Id="rId10" Type="http://schemas.openxmlformats.org/officeDocument/2006/relationships/image" Target="../media/image210.png"/><Relationship Id="rId19" Type="http://schemas.openxmlformats.org/officeDocument/2006/relationships/customXml" Target="../ink/ink47.xml"/><Relationship Id="rId31" Type="http://schemas.openxmlformats.org/officeDocument/2006/relationships/customXml" Target="../ink/ink53.xml"/><Relationship Id="rId44" Type="http://schemas.openxmlformats.org/officeDocument/2006/relationships/image" Target="../media/image380.png"/><Relationship Id="rId52" Type="http://schemas.openxmlformats.org/officeDocument/2006/relationships/image" Target="../media/image420.png"/><Relationship Id="rId4" Type="http://schemas.openxmlformats.org/officeDocument/2006/relationships/image" Target="../media/image180.png"/><Relationship Id="rId9" Type="http://schemas.openxmlformats.org/officeDocument/2006/relationships/customXml" Target="../ink/ink42.xml"/><Relationship Id="rId14" Type="http://schemas.openxmlformats.org/officeDocument/2006/relationships/image" Target="../media/image230.png"/><Relationship Id="rId22" Type="http://schemas.openxmlformats.org/officeDocument/2006/relationships/image" Target="../media/image270.png"/><Relationship Id="rId27" Type="http://schemas.openxmlformats.org/officeDocument/2006/relationships/customXml" Target="../ink/ink51.xml"/><Relationship Id="rId30" Type="http://schemas.openxmlformats.org/officeDocument/2006/relationships/image" Target="../media/image310.png"/><Relationship Id="rId35" Type="http://schemas.openxmlformats.org/officeDocument/2006/relationships/customXml" Target="../ink/ink55.xml"/><Relationship Id="rId43" Type="http://schemas.openxmlformats.org/officeDocument/2006/relationships/customXml" Target="../ink/ink59.xml"/><Relationship Id="rId48" Type="http://schemas.openxmlformats.org/officeDocument/2006/relationships/image" Target="../media/image400.png"/><Relationship Id="rId56" Type="http://schemas.openxmlformats.org/officeDocument/2006/relationships/image" Target="../media/image440.png"/><Relationship Id="rId8" Type="http://schemas.openxmlformats.org/officeDocument/2006/relationships/image" Target="../media/image200.png"/><Relationship Id="rId51" Type="http://schemas.openxmlformats.org/officeDocument/2006/relationships/customXml" Target="../ink/ink63.xml"/><Relationship Id="rId3" Type="http://schemas.openxmlformats.org/officeDocument/2006/relationships/customXml" Target="../ink/ink39.xml"/><Relationship Id="rId12" Type="http://schemas.openxmlformats.org/officeDocument/2006/relationships/image" Target="../media/image220.png"/><Relationship Id="rId17" Type="http://schemas.openxmlformats.org/officeDocument/2006/relationships/customXml" Target="../ink/ink46.xml"/><Relationship Id="rId25" Type="http://schemas.openxmlformats.org/officeDocument/2006/relationships/customXml" Target="../ink/ink50.xml"/><Relationship Id="rId33" Type="http://schemas.openxmlformats.org/officeDocument/2006/relationships/customXml" Target="../ink/ink54.xml"/><Relationship Id="rId38" Type="http://schemas.openxmlformats.org/officeDocument/2006/relationships/image" Target="../media/image350.png"/><Relationship Id="rId46" Type="http://schemas.openxmlformats.org/officeDocument/2006/relationships/image" Target="../media/image390.png"/><Relationship Id="rId20" Type="http://schemas.openxmlformats.org/officeDocument/2006/relationships/image" Target="../media/image260.png"/><Relationship Id="rId41" Type="http://schemas.openxmlformats.org/officeDocument/2006/relationships/customXml" Target="../ink/ink58.xml"/><Relationship Id="rId54" Type="http://schemas.openxmlformats.org/officeDocument/2006/relationships/image" Target="../media/image430.png"/><Relationship Id="rId1" Type="http://schemas.openxmlformats.org/officeDocument/2006/relationships/slideLayout" Target="../slideLayouts/slideLayout2.xml"/><Relationship Id="rId6" Type="http://schemas.openxmlformats.org/officeDocument/2006/relationships/image" Target="../media/image190.png"/><Relationship Id="rId15" Type="http://schemas.openxmlformats.org/officeDocument/2006/relationships/customXml" Target="../ink/ink45.xml"/><Relationship Id="rId23" Type="http://schemas.openxmlformats.org/officeDocument/2006/relationships/customXml" Target="../ink/ink49.xml"/><Relationship Id="rId28" Type="http://schemas.openxmlformats.org/officeDocument/2006/relationships/image" Target="../media/image300.png"/><Relationship Id="rId36" Type="http://schemas.openxmlformats.org/officeDocument/2006/relationships/image" Target="../media/image340.png"/><Relationship Id="rId49" Type="http://schemas.openxmlformats.org/officeDocument/2006/relationships/customXml" Target="../ink/ink62.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customXml" Target="../ink/ink6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403BD-80EC-2A37-4108-B12D934AAA8B}"/>
              </a:ext>
            </a:extLst>
          </p:cNvPr>
          <p:cNvSpPr>
            <a:spLocks noGrp="1"/>
          </p:cNvSpPr>
          <p:nvPr>
            <p:ph type="ctrTitle"/>
          </p:nvPr>
        </p:nvSpPr>
        <p:spPr/>
        <p:txBody>
          <a:bodyPr>
            <a:normAutofit/>
          </a:bodyPr>
          <a:lstStyle/>
          <a:p>
            <a:r>
              <a:rPr lang="en-GB" dirty="0"/>
              <a:t>Private Key Encryption Schemes and Block Ciphers</a:t>
            </a:r>
          </a:p>
        </p:txBody>
      </p:sp>
      <p:sp>
        <p:nvSpPr>
          <p:cNvPr id="3" name="Subtitle 2">
            <a:extLst>
              <a:ext uri="{FF2B5EF4-FFF2-40B4-BE49-F238E27FC236}">
                <a16:creationId xmlns:a16="http://schemas.microsoft.com/office/drawing/2014/main" id="{2119B33F-E35E-6D40-7079-D383631DDF0E}"/>
              </a:ext>
            </a:extLst>
          </p:cNvPr>
          <p:cNvSpPr>
            <a:spLocks noGrp="1"/>
          </p:cNvSpPr>
          <p:nvPr>
            <p:ph type="subTitle" idx="1"/>
          </p:nvPr>
        </p:nvSpPr>
        <p:spPr/>
        <p:txBody>
          <a:bodyPr/>
          <a:lstStyle/>
          <a:p>
            <a:r>
              <a:rPr lang="en-GB" dirty="0"/>
              <a:t>An Overview of DES, Attacks, and Modes of Operation</a:t>
            </a:r>
          </a:p>
          <a:p>
            <a:endParaRPr lang="en-GB" dirty="0"/>
          </a:p>
          <a:p>
            <a:r>
              <a:rPr lang="en-GB" dirty="0" err="1"/>
              <a:t>Dr.</a:t>
            </a:r>
            <a:r>
              <a:rPr lang="en-GB" dirty="0"/>
              <a:t> Nachiket Tapas</a:t>
            </a:r>
          </a:p>
        </p:txBody>
      </p:sp>
    </p:spTree>
    <p:extLst>
      <p:ext uri="{BB962C8B-B14F-4D97-AF65-F5344CB8AC3E}">
        <p14:creationId xmlns:p14="http://schemas.microsoft.com/office/powerpoint/2010/main" val="1713479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1F8F2-0687-2AFA-3A2B-62021B270787}"/>
              </a:ext>
            </a:extLst>
          </p:cNvPr>
          <p:cNvSpPr>
            <a:spLocks noGrp="1"/>
          </p:cNvSpPr>
          <p:nvPr>
            <p:ph type="title"/>
          </p:nvPr>
        </p:nvSpPr>
        <p:spPr/>
        <p:txBody>
          <a:bodyPr/>
          <a:lstStyle/>
          <a:p>
            <a:r>
              <a:rPr lang="en-GB"/>
              <a:t>Introduction to Private-Key Encryption</a:t>
            </a:r>
          </a:p>
        </p:txBody>
      </p:sp>
      <p:sp>
        <p:nvSpPr>
          <p:cNvPr id="3" name="Content Placeholder 2">
            <a:extLst>
              <a:ext uri="{FF2B5EF4-FFF2-40B4-BE49-F238E27FC236}">
                <a16:creationId xmlns:a16="http://schemas.microsoft.com/office/drawing/2014/main" id="{785A4755-497F-214A-C6A8-E0C564623049}"/>
              </a:ext>
            </a:extLst>
          </p:cNvPr>
          <p:cNvSpPr>
            <a:spLocks noGrp="1"/>
          </p:cNvSpPr>
          <p:nvPr>
            <p:ph idx="1"/>
          </p:nvPr>
        </p:nvSpPr>
        <p:spPr/>
        <p:txBody>
          <a:bodyPr>
            <a:normAutofit/>
          </a:bodyPr>
          <a:lstStyle/>
          <a:p>
            <a:r>
              <a:rPr lang="en-GB" dirty="0"/>
              <a:t>Private-key encryption, also known as </a:t>
            </a:r>
            <a:r>
              <a:rPr lang="en-GB" dirty="0">
                <a:solidFill>
                  <a:srgbClr val="FF0000"/>
                </a:solidFill>
              </a:rPr>
              <a:t>symmetric encryption</a:t>
            </a:r>
            <a:r>
              <a:rPr lang="en-GB" dirty="0"/>
              <a:t>, is a cryptographic system where the </a:t>
            </a:r>
            <a:r>
              <a:rPr lang="en-GB" dirty="0">
                <a:solidFill>
                  <a:srgbClr val="FF0000"/>
                </a:solidFill>
              </a:rPr>
              <a:t>same key </a:t>
            </a:r>
            <a:r>
              <a:rPr lang="en-GB" dirty="0"/>
              <a:t>is used for both </a:t>
            </a:r>
            <a:r>
              <a:rPr lang="en-GB" dirty="0">
                <a:solidFill>
                  <a:srgbClr val="FF0000"/>
                </a:solidFill>
              </a:rPr>
              <a:t>encryption</a:t>
            </a:r>
            <a:r>
              <a:rPr lang="en-GB" dirty="0"/>
              <a:t> and </a:t>
            </a:r>
            <a:r>
              <a:rPr lang="en-GB" dirty="0">
                <a:solidFill>
                  <a:srgbClr val="FF0000"/>
                </a:solidFill>
              </a:rPr>
              <a:t>decryption</a:t>
            </a:r>
            <a:r>
              <a:rPr lang="en-GB" dirty="0"/>
              <a:t> of data. </a:t>
            </a:r>
          </a:p>
          <a:p>
            <a:r>
              <a:rPr lang="en-GB" dirty="0"/>
              <a:t>In this method, the </a:t>
            </a:r>
            <a:r>
              <a:rPr lang="en-GB" dirty="0">
                <a:solidFill>
                  <a:srgbClr val="FF0000"/>
                </a:solidFill>
              </a:rPr>
              <a:t>sender</a:t>
            </a:r>
            <a:r>
              <a:rPr lang="en-GB" dirty="0"/>
              <a:t> and </a:t>
            </a:r>
            <a:r>
              <a:rPr lang="en-GB" dirty="0">
                <a:solidFill>
                  <a:srgbClr val="FF0000"/>
                </a:solidFill>
              </a:rPr>
              <a:t>receiver</a:t>
            </a:r>
            <a:r>
              <a:rPr lang="en-GB" dirty="0"/>
              <a:t> must both possess the </a:t>
            </a:r>
            <a:r>
              <a:rPr lang="en-GB" dirty="0">
                <a:solidFill>
                  <a:srgbClr val="FF0000"/>
                </a:solidFill>
              </a:rPr>
              <a:t>secret key </a:t>
            </a:r>
            <a:r>
              <a:rPr lang="en-GB" dirty="0"/>
              <a:t>to </a:t>
            </a:r>
            <a:r>
              <a:rPr lang="en-GB" dirty="0">
                <a:solidFill>
                  <a:srgbClr val="FF0000"/>
                </a:solidFill>
              </a:rPr>
              <a:t>securely communicate</a:t>
            </a:r>
            <a:r>
              <a:rPr lang="en-GB" dirty="0"/>
              <a:t>.</a:t>
            </a:r>
          </a:p>
          <a:p>
            <a:r>
              <a:rPr lang="en-GB" dirty="0">
                <a:solidFill>
                  <a:srgbClr val="FF0000"/>
                </a:solidFill>
              </a:rPr>
              <a:t>Encryption</a:t>
            </a:r>
            <a:r>
              <a:rPr lang="en-GB" dirty="0"/>
              <a:t>: Transforming </a:t>
            </a:r>
            <a:r>
              <a:rPr lang="en-GB" dirty="0">
                <a:solidFill>
                  <a:srgbClr val="FF0000"/>
                </a:solidFill>
              </a:rPr>
              <a:t>plaintext</a:t>
            </a:r>
            <a:r>
              <a:rPr lang="en-GB" dirty="0"/>
              <a:t> (readable data) into </a:t>
            </a:r>
            <a:r>
              <a:rPr lang="en-GB" dirty="0">
                <a:solidFill>
                  <a:srgbClr val="FF0000"/>
                </a:solidFill>
              </a:rPr>
              <a:t>ciphertext</a:t>
            </a:r>
            <a:r>
              <a:rPr lang="en-GB" dirty="0"/>
              <a:t> (unreadable data) using a </a:t>
            </a:r>
            <a:r>
              <a:rPr lang="en-GB" dirty="0">
                <a:solidFill>
                  <a:srgbClr val="FF0000"/>
                </a:solidFill>
              </a:rPr>
              <a:t>key</a:t>
            </a:r>
            <a:r>
              <a:rPr lang="en-GB" dirty="0"/>
              <a:t>.</a:t>
            </a:r>
          </a:p>
          <a:p>
            <a:r>
              <a:rPr lang="en-GB" dirty="0">
                <a:solidFill>
                  <a:srgbClr val="FF0000"/>
                </a:solidFill>
              </a:rPr>
              <a:t>Decryption</a:t>
            </a:r>
            <a:r>
              <a:rPr lang="en-GB" dirty="0"/>
              <a:t>: Reverting </a:t>
            </a:r>
            <a:r>
              <a:rPr lang="en-GB" dirty="0">
                <a:solidFill>
                  <a:srgbClr val="FF0000"/>
                </a:solidFill>
              </a:rPr>
              <a:t>ciphertext</a:t>
            </a:r>
            <a:r>
              <a:rPr lang="en-GB" dirty="0"/>
              <a:t> back into </a:t>
            </a:r>
            <a:r>
              <a:rPr lang="en-GB" dirty="0">
                <a:solidFill>
                  <a:srgbClr val="FF0000"/>
                </a:solidFill>
              </a:rPr>
              <a:t>plaintext</a:t>
            </a:r>
            <a:r>
              <a:rPr lang="en-GB" dirty="0"/>
              <a:t> using the </a:t>
            </a:r>
            <a:r>
              <a:rPr lang="en-GB" dirty="0">
                <a:solidFill>
                  <a:srgbClr val="FF0000"/>
                </a:solidFill>
              </a:rPr>
              <a:t>same key</a:t>
            </a:r>
            <a:r>
              <a:rPr lang="en-GB" dirty="0"/>
              <a:t>.</a:t>
            </a:r>
          </a:p>
        </p:txBody>
      </p:sp>
    </p:spTree>
    <p:extLst>
      <p:ext uri="{BB962C8B-B14F-4D97-AF65-F5344CB8AC3E}">
        <p14:creationId xmlns:p14="http://schemas.microsoft.com/office/powerpoint/2010/main" val="1872049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73A2FA86-5151-6037-A5CD-72592E4CD7A0}"/>
              </a:ext>
            </a:extLst>
          </p:cNvPr>
          <p:cNvPicPr>
            <a:picLocks noGrp="1" noChangeAspect="1"/>
          </p:cNvPicPr>
          <p:nvPr>
            <p:ph idx="1"/>
          </p:nvPr>
        </p:nvPicPr>
        <p:blipFill>
          <a:blip r:embed="rId2"/>
          <a:stretch>
            <a:fillRect/>
          </a:stretch>
        </p:blipFill>
        <p:spPr>
          <a:xfrm>
            <a:off x="643467" y="1434170"/>
            <a:ext cx="10905066" cy="3989658"/>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2698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94A3D-7330-1AC1-F255-EB5B9C43C12E}"/>
              </a:ext>
            </a:extLst>
          </p:cNvPr>
          <p:cNvSpPr>
            <a:spLocks noGrp="1"/>
          </p:cNvSpPr>
          <p:nvPr>
            <p:ph type="title"/>
          </p:nvPr>
        </p:nvSpPr>
        <p:spPr/>
        <p:txBody>
          <a:bodyPr/>
          <a:lstStyle/>
          <a:p>
            <a:r>
              <a:rPr lang="en-GB" dirty="0"/>
              <a:t>Importance</a:t>
            </a:r>
          </a:p>
        </p:txBody>
      </p:sp>
      <p:sp>
        <p:nvSpPr>
          <p:cNvPr id="3" name="Content Placeholder 2">
            <a:extLst>
              <a:ext uri="{FF2B5EF4-FFF2-40B4-BE49-F238E27FC236}">
                <a16:creationId xmlns:a16="http://schemas.microsoft.com/office/drawing/2014/main" id="{B21B391A-54F8-6CFB-5123-3D12D93FDB9A}"/>
              </a:ext>
            </a:extLst>
          </p:cNvPr>
          <p:cNvSpPr>
            <a:spLocks noGrp="1"/>
          </p:cNvSpPr>
          <p:nvPr>
            <p:ph idx="1"/>
          </p:nvPr>
        </p:nvSpPr>
        <p:spPr/>
        <p:txBody>
          <a:bodyPr>
            <a:normAutofit/>
          </a:bodyPr>
          <a:lstStyle/>
          <a:p>
            <a:r>
              <a:rPr lang="en-GB" dirty="0"/>
              <a:t>Private-key encryption plays a crucial role in:</a:t>
            </a:r>
          </a:p>
          <a:p>
            <a:pPr marL="0" indent="0">
              <a:buNone/>
            </a:pPr>
            <a:r>
              <a:rPr lang="en-GB" b="1" dirty="0"/>
              <a:t>1. Data Confidentiality</a:t>
            </a:r>
            <a:r>
              <a:rPr lang="en-GB" dirty="0"/>
              <a:t>: Ensures that unauthorized parties cannot read the encrypted data.</a:t>
            </a:r>
          </a:p>
          <a:p>
            <a:pPr marL="0" indent="0">
              <a:buNone/>
            </a:pPr>
            <a:r>
              <a:rPr lang="en-GB" b="1" dirty="0"/>
              <a:t>2. Performance</a:t>
            </a:r>
            <a:r>
              <a:rPr lang="en-GB" dirty="0"/>
              <a:t>: Symmetric encryption tends to be faster than asymmetric encryption, making it suitable for bulk data encryption.</a:t>
            </a:r>
          </a:p>
          <a:p>
            <a:pPr marL="0" indent="0">
              <a:buNone/>
            </a:pPr>
            <a:r>
              <a:rPr lang="en-GB" b="1" dirty="0"/>
              <a:t>3. Widespread Use</a:t>
            </a:r>
            <a:r>
              <a:rPr lang="en-GB" dirty="0"/>
              <a:t>: Often used in securing data in transit, such as in VPNs, Wi-Fi security protocols (e.g., WPA2), and file encryption.</a:t>
            </a:r>
          </a:p>
        </p:txBody>
      </p:sp>
    </p:spTree>
    <p:extLst>
      <p:ext uri="{BB962C8B-B14F-4D97-AF65-F5344CB8AC3E}">
        <p14:creationId xmlns:p14="http://schemas.microsoft.com/office/powerpoint/2010/main" val="2805281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8BF7A9-8660-9E61-F0E9-A16147D12E5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70DA00-93B5-3F99-5860-9256D15DD60D}"/>
              </a:ext>
            </a:extLst>
          </p:cNvPr>
          <p:cNvSpPr>
            <a:spLocks noGrp="1"/>
          </p:cNvSpPr>
          <p:nvPr>
            <p:ph type="title"/>
          </p:nvPr>
        </p:nvSpPr>
        <p:spPr>
          <a:xfrm>
            <a:off x="630936" y="502920"/>
            <a:ext cx="3419856" cy="1463040"/>
          </a:xfrm>
        </p:spPr>
        <p:txBody>
          <a:bodyPr anchor="ctr">
            <a:normAutofit/>
          </a:bodyPr>
          <a:lstStyle/>
          <a:p>
            <a:r>
              <a:rPr lang="en-GB" sz="4800"/>
              <a:t>Limitation</a:t>
            </a:r>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F3D0250-F5A7-5708-412C-28AB5F5DB88C}"/>
              </a:ext>
            </a:extLst>
          </p:cNvPr>
          <p:cNvSpPr>
            <a:spLocks noGrp="1"/>
          </p:cNvSpPr>
          <p:nvPr>
            <p:ph idx="1"/>
          </p:nvPr>
        </p:nvSpPr>
        <p:spPr>
          <a:xfrm>
            <a:off x="4654295" y="502920"/>
            <a:ext cx="6894576" cy="1463040"/>
          </a:xfrm>
        </p:spPr>
        <p:txBody>
          <a:bodyPr anchor="ctr">
            <a:normAutofit/>
          </a:bodyPr>
          <a:lstStyle/>
          <a:p>
            <a:pPr marL="0" indent="0">
              <a:buNone/>
            </a:pPr>
            <a:r>
              <a:rPr lang="en-GB" sz="2200"/>
              <a:t>However, one of the challenges is securely distributing the private key, as anyone with the key can decrypt the data.</a:t>
            </a:r>
          </a:p>
          <a:p>
            <a:endParaRPr lang="en-GB" sz="2200"/>
          </a:p>
        </p:txBody>
      </p:sp>
      <p:pic>
        <p:nvPicPr>
          <p:cNvPr id="4" name="Content Placeholder 3">
            <a:extLst>
              <a:ext uri="{FF2B5EF4-FFF2-40B4-BE49-F238E27FC236}">
                <a16:creationId xmlns:a16="http://schemas.microsoft.com/office/drawing/2014/main" id="{05CB60A6-7352-B019-2636-523E698A1ECC}"/>
              </a:ext>
            </a:extLst>
          </p:cNvPr>
          <p:cNvPicPr>
            <a:picLocks noChangeAspect="1"/>
          </p:cNvPicPr>
          <p:nvPr/>
        </p:nvPicPr>
        <p:blipFill>
          <a:blip r:embed="rId2"/>
          <a:stretch>
            <a:fillRect/>
          </a:stretch>
        </p:blipFill>
        <p:spPr>
          <a:xfrm>
            <a:off x="678789" y="2290936"/>
            <a:ext cx="10822229" cy="3959352"/>
          </a:xfrm>
          <a:prstGeom prst="rect">
            <a:avLst/>
          </a:prstGeom>
        </p:spPr>
      </p:pic>
    </p:spTree>
    <p:extLst>
      <p:ext uri="{BB962C8B-B14F-4D97-AF65-F5344CB8AC3E}">
        <p14:creationId xmlns:p14="http://schemas.microsoft.com/office/powerpoint/2010/main" val="1899335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F1404-9B47-0C94-8C06-D6AFEC87EA44}"/>
              </a:ext>
            </a:extLst>
          </p:cNvPr>
          <p:cNvSpPr>
            <a:spLocks noGrp="1"/>
          </p:cNvSpPr>
          <p:nvPr>
            <p:ph type="title"/>
          </p:nvPr>
        </p:nvSpPr>
        <p:spPr/>
        <p:txBody>
          <a:bodyPr/>
          <a:lstStyle/>
          <a:p>
            <a:r>
              <a:rPr lang="en-GB" dirty="0"/>
              <a:t>Pseudorandom Functions and Permutations</a:t>
            </a:r>
          </a:p>
        </p:txBody>
      </p:sp>
      <p:sp>
        <p:nvSpPr>
          <p:cNvPr id="3" name="Content Placeholder 2">
            <a:extLst>
              <a:ext uri="{FF2B5EF4-FFF2-40B4-BE49-F238E27FC236}">
                <a16:creationId xmlns:a16="http://schemas.microsoft.com/office/drawing/2014/main" id="{7B91D50A-C3E7-24FD-CCFF-0CB99BCC627A}"/>
              </a:ext>
            </a:extLst>
          </p:cNvPr>
          <p:cNvSpPr>
            <a:spLocks noGrp="1"/>
          </p:cNvSpPr>
          <p:nvPr>
            <p:ph idx="1"/>
          </p:nvPr>
        </p:nvSpPr>
        <p:spPr/>
        <p:txBody>
          <a:bodyPr/>
          <a:lstStyle/>
          <a:p>
            <a:r>
              <a:rPr lang="en-GB" dirty="0"/>
              <a:t>A </a:t>
            </a:r>
            <a:r>
              <a:rPr lang="en-GB" b="1" dirty="0"/>
              <a:t>Pseudorandom Function (PRF)</a:t>
            </a:r>
            <a:r>
              <a:rPr lang="en-GB" dirty="0"/>
              <a:t> is a deterministic algorithm that, given an input (typically a key and a message), produces an output that appears random but is fully determined by the input.</a:t>
            </a:r>
          </a:p>
          <a:p>
            <a:endParaRPr lang="en-GB" dirty="0"/>
          </a:p>
          <a:p>
            <a:r>
              <a:rPr lang="en-GB" dirty="0"/>
              <a:t>A </a:t>
            </a:r>
            <a:r>
              <a:rPr lang="en-GB" b="1" dirty="0"/>
              <a:t>Pseudorandom Permutation (PRP)</a:t>
            </a:r>
            <a:r>
              <a:rPr lang="en-GB" dirty="0"/>
              <a:t> is a bijective (one-to-one and onto) function that, like PRFs, looks random but is reversible, meaning there is an inverse function that can recover the original input.</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142520" y="905040"/>
              <a:ext cx="7413480" cy="4461840"/>
            </p14:xfrm>
          </p:contentPart>
        </mc:Choice>
        <mc:Fallback xmlns="">
          <p:pic>
            <p:nvPicPr>
              <p:cNvPr id="4" name="Ink 3"/>
              <p:cNvPicPr/>
              <p:nvPr/>
            </p:nvPicPr>
            <p:blipFill>
              <a:blip r:embed="rId3"/>
              <a:stretch>
                <a:fillRect/>
              </a:stretch>
            </p:blipFill>
            <p:spPr>
              <a:xfrm>
                <a:off x="4133160" y="895680"/>
                <a:ext cx="7432200" cy="4480560"/>
              </a:xfrm>
              <a:prstGeom prst="rect">
                <a:avLst/>
              </a:prstGeom>
            </p:spPr>
          </p:pic>
        </mc:Fallback>
      </mc:AlternateContent>
    </p:spTree>
    <p:extLst>
      <p:ext uri="{BB962C8B-B14F-4D97-AF65-F5344CB8AC3E}">
        <p14:creationId xmlns:p14="http://schemas.microsoft.com/office/powerpoint/2010/main" val="4155194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5C679-6231-F0C8-966B-94E0D2EE10EF}"/>
              </a:ext>
            </a:extLst>
          </p:cNvPr>
          <p:cNvSpPr>
            <a:spLocks noGrp="1"/>
          </p:cNvSpPr>
          <p:nvPr>
            <p:ph type="title"/>
          </p:nvPr>
        </p:nvSpPr>
        <p:spPr/>
        <p:txBody>
          <a:bodyPr/>
          <a:lstStyle/>
          <a:p>
            <a:r>
              <a:rPr lang="en-GB" dirty="0"/>
              <a:t>PRF</a:t>
            </a:r>
          </a:p>
        </p:txBody>
      </p:sp>
      <p:sp>
        <p:nvSpPr>
          <p:cNvPr id="3" name="Content Placeholder 2">
            <a:extLst>
              <a:ext uri="{FF2B5EF4-FFF2-40B4-BE49-F238E27FC236}">
                <a16:creationId xmlns:a16="http://schemas.microsoft.com/office/drawing/2014/main" id="{EE5C03C7-B8AE-05B6-F72D-CFEB2E8B3F98}"/>
              </a:ext>
            </a:extLst>
          </p:cNvPr>
          <p:cNvSpPr>
            <a:spLocks noGrp="1"/>
          </p:cNvSpPr>
          <p:nvPr>
            <p:ph idx="1"/>
          </p:nvPr>
        </p:nvSpPr>
        <p:spPr/>
        <p:txBody>
          <a:bodyPr/>
          <a:lstStyle/>
          <a:p>
            <a:r>
              <a:rPr lang="en-GB" b="1" dirty="0"/>
              <a:t>Example:</a:t>
            </a:r>
            <a:endParaRPr lang="en-GB" dirty="0"/>
          </a:p>
          <a:p>
            <a:pPr marL="0" indent="0">
              <a:buNone/>
            </a:pPr>
            <a:r>
              <a:rPr lang="en-GB" b="1" dirty="0"/>
              <a:t>Key</a:t>
            </a:r>
            <a:r>
              <a:rPr lang="en-GB" dirty="0"/>
              <a:t>: k = 5</a:t>
            </a:r>
          </a:p>
          <a:p>
            <a:pPr marL="0" indent="0">
              <a:buNone/>
            </a:pPr>
            <a:r>
              <a:rPr lang="en-GB" b="1" dirty="0"/>
              <a:t>Message</a:t>
            </a:r>
            <a:r>
              <a:rPr lang="en-GB" dirty="0"/>
              <a:t>: m = 7</a:t>
            </a:r>
          </a:p>
          <a:p>
            <a:pPr marL="0" indent="0">
              <a:buNone/>
            </a:pPr>
            <a:r>
              <a:rPr lang="en-GB" dirty="0"/>
              <a:t>Now, we define a simple PRF function:</a:t>
            </a:r>
          </a:p>
          <a:p>
            <a:pPr marL="0" indent="0">
              <a:buNone/>
            </a:pPr>
            <a:r>
              <a:rPr lang="en-GB" dirty="0"/>
              <a:t>f</a:t>
            </a:r>
            <a:r>
              <a:rPr lang="en-GB" baseline="-25000" dirty="0"/>
              <a:t>k</a:t>
            </a:r>
            <a:r>
              <a:rPr lang="en-GB" dirty="0"/>
              <a:t>(m) = (k x m) + 3 mod 11</a:t>
            </a:r>
          </a:p>
          <a:p>
            <a:pPr marL="0" indent="0">
              <a:buNone/>
            </a:pPr>
            <a:r>
              <a:rPr lang="en-GB" dirty="0"/>
              <a:t>Using this formula:</a:t>
            </a:r>
          </a:p>
          <a:p>
            <a:pPr marL="0" indent="0">
              <a:buNone/>
            </a:pPr>
            <a:r>
              <a:rPr lang="en-GB" dirty="0"/>
              <a:t>f</a:t>
            </a:r>
            <a:r>
              <a:rPr lang="en-GB" baseline="-25000" dirty="0"/>
              <a:t>5</a:t>
            </a:r>
            <a:r>
              <a:rPr lang="en-GB" dirty="0"/>
              <a:t>(7) = (5 x 7) + 3 mod 11 = 38 mod 11 = 5</a:t>
            </a:r>
          </a:p>
        </p:txBody>
      </p:sp>
    </p:spTree>
    <p:extLst>
      <p:ext uri="{BB962C8B-B14F-4D97-AF65-F5344CB8AC3E}">
        <p14:creationId xmlns:p14="http://schemas.microsoft.com/office/powerpoint/2010/main" val="3012541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AD3B-D89A-E10E-9127-39FAFC00E4E4}"/>
              </a:ext>
            </a:extLst>
          </p:cNvPr>
          <p:cNvSpPr>
            <a:spLocks noGrp="1"/>
          </p:cNvSpPr>
          <p:nvPr>
            <p:ph type="title"/>
          </p:nvPr>
        </p:nvSpPr>
        <p:spPr/>
        <p:txBody>
          <a:bodyPr/>
          <a:lstStyle/>
          <a:p>
            <a:r>
              <a:rPr lang="en-GB" dirty="0"/>
              <a:t>PRP</a:t>
            </a:r>
          </a:p>
        </p:txBody>
      </p:sp>
      <p:sp>
        <p:nvSpPr>
          <p:cNvPr id="3" name="Content Placeholder 2">
            <a:extLst>
              <a:ext uri="{FF2B5EF4-FFF2-40B4-BE49-F238E27FC236}">
                <a16:creationId xmlns:a16="http://schemas.microsoft.com/office/drawing/2014/main" id="{DCA572B3-5321-5CAE-FF33-908F8E0F8AE7}"/>
              </a:ext>
            </a:extLst>
          </p:cNvPr>
          <p:cNvSpPr>
            <a:spLocks noGrp="1"/>
          </p:cNvSpPr>
          <p:nvPr>
            <p:ph idx="1"/>
          </p:nvPr>
        </p:nvSpPr>
        <p:spPr/>
        <p:txBody>
          <a:bodyPr>
            <a:normAutofit/>
          </a:bodyPr>
          <a:lstStyle/>
          <a:p>
            <a:r>
              <a:rPr lang="en-GB" b="1" dirty="0"/>
              <a:t>Example:</a:t>
            </a:r>
            <a:endParaRPr lang="en-GB" dirty="0"/>
          </a:p>
          <a:p>
            <a:pPr marL="0" indent="0">
              <a:buNone/>
            </a:pPr>
            <a:r>
              <a:rPr lang="en-GB" b="1" dirty="0"/>
              <a:t>Input</a:t>
            </a:r>
            <a:r>
              <a:rPr lang="en-GB" dirty="0"/>
              <a:t>: x = 1234</a:t>
            </a:r>
          </a:p>
          <a:p>
            <a:pPr marL="0" indent="0">
              <a:buNone/>
            </a:pPr>
            <a:r>
              <a:rPr lang="en-GB" b="1" dirty="0"/>
              <a:t>Permutation Rule</a:t>
            </a:r>
            <a:r>
              <a:rPr lang="en-GB" dirty="0"/>
              <a:t>: Swap the first and last digits, then swap the second and third digits.</a:t>
            </a:r>
          </a:p>
          <a:p>
            <a:pPr marL="0" indent="0">
              <a:buNone/>
            </a:pPr>
            <a:r>
              <a:rPr lang="en-GB" dirty="0"/>
              <a:t>Applying the permutation rule:</a:t>
            </a:r>
          </a:p>
          <a:p>
            <a:pPr marL="0" indent="0">
              <a:buNone/>
            </a:pPr>
            <a:r>
              <a:rPr lang="en-GB" b="1" dirty="0"/>
              <a:t>Original</a:t>
            </a:r>
            <a:r>
              <a:rPr lang="en-GB" dirty="0"/>
              <a:t>: 1234</a:t>
            </a:r>
          </a:p>
          <a:p>
            <a:pPr marL="0" indent="0">
              <a:buNone/>
            </a:pPr>
            <a:r>
              <a:rPr lang="en-GB" b="1" dirty="0"/>
              <a:t>After Permutation</a:t>
            </a:r>
            <a:r>
              <a:rPr lang="en-GB" dirty="0"/>
              <a:t>: 4321</a:t>
            </a:r>
          </a:p>
          <a:p>
            <a:pPr marL="0" indent="0">
              <a:buNone/>
            </a:pPr>
            <a:r>
              <a:rPr lang="en-GB" dirty="0"/>
              <a:t>The number is now permuted to 4321, but with the secret permutation rule, we can reverse it to get the original number 1234.</a:t>
            </a:r>
          </a:p>
          <a:p>
            <a:endParaRPr lang="en-GB"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792680" y="310320"/>
              <a:ext cx="3900240" cy="2188440"/>
            </p14:xfrm>
          </p:contentPart>
        </mc:Choice>
        <mc:Fallback xmlns="">
          <p:pic>
            <p:nvPicPr>
              <p:cNvPr id="4" name="Ink 3"/>
              <p:cNvPicPr/>
              <p:nvPr/>
            </p:nvPicPr>
            <p:blipFill>
              <a:blip r:embed="rId3"/>
              <a:stretch>
                <a:fillRect/>
              </a:stretch>
            </p:blipFill>
            <p:spPr>
              <a:xfrm>
                <a:off x="4783320" y="300960"/>
                <a:ext cx="3918960" cy="2207160"/>
              </a:xfrm>
              <a:prstGeom prst="rect">
                <a:avLst/>
              </a:prstGeom>
            </p:spPr>
          </p:pic>
        </mc:Fallback>
      </mc:AlternateContent>
    </p:spTree>
    <p:extLst>
      <p:ext uri="{BB962C8B-B14F-4D97-AF65-F5344CB8AC3E}">
        <p14:creationId xmlns:p14="http://schemas.microsoft.com/office/powerpoint/2010/main" val="1055641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1A07CB-BB20-3EC4-BB4C-EEA280014807}"/>
              </a:ext>
            </a:extLst>
          </p:cNvPr>
          <p:cNvSpPr>
            <a:spLocks noGrp="1"/>
          </p:cNvSpPr>
          <p:nvPr>
            <p:ph type="title"/>
          </p:nvPr>
        </p:nvSpPr>
        <p:spPr>
          <a:xfrm>
            <a:off x="5596501" y="489508"/>
            <a:ext cx="5754896" cy="1667569"/>
          </a:xfrm>
        </p:spPr>
        <p:txBody>
          <a:bodyPr anchor="b">
            <a:normAutofit/>
          </a:bodyPr>
          <a:lstStyle/>
          <a:p>
            <a:r>
              <a:rPr lang="en-GB" sz="4000"/>
              <a:t>Block Cipher</a:t>
            </a:r>
            <a:endParaRPr lang="en-GB" sz="4000" dirty="0"/>
          </a:p>
        </p:txBody>
      </p:sp>
      <p:pic>
        <p:nvPicPr>
          <p:cNvPr id="5" name="Picture 4">
            <a:extLst>
              <a:ext uri="{FF2B5EF4-FFF2-40B4-BE49-F238E27FC236}">
                <a16:creationId xmlns:a16="http://schemas.microsoft.com/office/drawing/2014/main" id="{4DF73713-E94C-639E-1A29-F39EB6D8638D}"/>
              </a:ext>
            </a:extLst>
          </p:cNvPr>
          <p:cNvPicPr>
            <a:picLocks noChangeAspect="1"/>
          </p:cNvPicPr>
          <p:nvPr/>
        </p:nvPicPr>
        <p:blipFill>
          <a:blip r:embed="rId2"/>
          <a:stretch>
            <a:fillRect/>
          </a:stretch>
        </p:blipFill>
        <p:spPr>
          <a:xfrm>
            <a:off x="1068130" y="1199067"/>
            <a:ext cx="3876165" cy="4028171"/>
          </a:xfrm>
          <a:prstGeom prst="rect">
            <a:avLst/>
          </a:prstGeom>
        </p:spPr>
      </p:pic>
      <p:sp>
        <p:nvSpPr>
          <p:cNvPr id="3" name="Content Placeholder 2">
            <a:extLst>
              <a:ext uri="{FF2B5EF4-FFF2-40B4-BE49-F238E27FC236}">
                <a16:creationId xmlns:a16="http://schemas.microsoft.com/office/drawing/2014/main" id="{C3F22E19-450A-C205-B716-59BF17E77735}"/>
              </a:ext>
            </a:extLst>
          </p:cNvPr>
          <p:cNvSpPr>
            <a:spLocks noGrp="1"/>
          </p:cNvSpPr>
          <p:nvPr>
            <p:ph idx="1"/>
          </p:nvPr>
        </p:nvSpPr>
        <p:spPr>
          <a:xfrm>
            <a:off x="5596502" y="2405894"/>
            <a:ext cx="5754896" cy="3197464"/>
          </a:xfrm>
        </p:spPr>
        <p:txBody>
          <a:bodyPr anchor="t">
            <a:normAutofit/>
          </a:bodyPr>
          <a:lstStyle/>
          <a:p>
            <a:r>
              <a:rPr lang="en-GB" sz="2000"/>
              <a:t>A </a:t>
            </a:r>
            <a:r>
              <a:rPr lang="en-GB" sz="2000" b="1"/>
              <a:t>Block Cipher</a:t>
            </a:r>
            <a:r>
              <a:rPr lang="en-GB" sz="2000"/>
              <a:t> is a type of private-key encryption where the message is divided into fixed-size blocks (e.g., 64 or 128 bits), and each block is encrypted separately using the same secret key.</a:t>
            </a:r>
          </a:p>
          <a:p>
            <a:r>
              <a:rPr lang="en-GB" sz="2000" b="1"/>
              <a:t>Example DES</a:t>
            </a:r>
            <a:r>
              <a:rPr lang="en-GB" sz="2000"/>
              <a:t> (Data Encryption Standard): Uses 64-bit blocks and a 56-bit key.</a:t>
            </a:r>
          </a:p>
          <a:p>
            <a:r>
              <a:rPr lang="en-GB" sz="2000"/>
              <a:t>They are widely used for file encryption, data storage, and secure communications.</a:t>
            </a:r>
          </a:p>
        </p:txBody>
      </p:sp>
      <p:sp>
        <p:nvSpPr>
          <p:cNvPr id="36" name="Rectangle 35">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6087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AC6A0-4C05-1258-F199-25304FFD2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3EFAF-4257-0E53-ECBF-B0BCF0CFD1D6}"/>
              </a:ext>
            </a:extLst>
          </p:cNvPr>
          <p:cNvSpPr>
            <a:spLocks noGrp="1"/>
          </p:cNvSpPr>
          <p:nvPr>
            <p:ph type="title"/>
          </p:nvPr>
        </p:nvSpPr>
        <p:spPr/>
        <p:txBody>
          <a:bodyPr/>
          <a:lstStyle/>
          <a:p>
            <a:r>
              <a:rPr lang="en-GB" dirty="0"/>
              <a:t>Stream Cipher</a:t>
            </a:r>
          </a:p>
        </p:txBody>
      </p:sp>
      <p:sp>
        <p:nvSpPr>
          <p:cNvPr id="3" name="Content Placeholder 2">
            <a:extLst>
              <a:ext uri="{FF2B5EF4-FFF2-40B4-BE49-F238E27FC236}">
                <a16:creationId xmlns:a16="http://schemas.microsoft.com/office/drawing/2014/main" id="{950C4EA5-7A6C-65AA-72D2-6A925AB48623}"/>
              </a:ext>
            </a:extLst>
          </p:cNvPr>
          <p:cNvSpPr>
            <a:spLocks noGrp="1"/>
          </p:cNvSpPr>
          <p:nvPr>
            <p:ph idx="1"/>
          </p:nvPr>
        </p:nvSpPr>
        <p:spPr/>
        <p:txBody>
          <a:bodyPr/>
          <a:lstStyle/>
          <a:p>
            <a:r>
              <a:rPr lang="en-GB" dirty="0"/>
              <a:t>A </a:t>
            </a:r>
            <a:r>
              <a:rPr lang="en-GB" b="1" dirty="0"/>
              <a:t>Stream Cipher</a:t>
            </a:r>
            <a:r>
              <a:rPr lang="en-GB" dirty="0"/>
              <a:t> is a different type of private-key encryption that encrypts data one bit or byte at a time, rather than in blocks.</a:t>
            </a:r>
          </a:p>
          <a:p>
            <a:r>
              <a:rPr lang="en-GB" b="1" dirty="0"/>
              <a:t>Examples</a:t>
            </a:r>
            <a:r>
              <a:rPr lang="en-GB" dirty="0"/>
              <a:t>:</a:t>
            </a:r>
            <a:r>
              <a:rPr lang="en-GB" b="1" dirty="0"/>
              <a:t>RC4</a:t>
            </a:r>
            <a:r>
              <a:rPr lang="en-GB" dirty="0"/>
              <a:t>: A well-known stream cipher.</a:t>
            </a:r>
          </a:p>
          <a:p>
            <a:endParaRPr lang="en-GB" dirty="0"/>
          </a:p>
        </p:txBody>
      </p:sp>
      <p:pic>
        <p:nvPicPr>
          <p:cNvPr id="5" name="Picture 4">
            <a:extLst>
              <a:ext uri="{FF2B5EF4-FFF2-40B4-BE49-F238E27FC236}">
                <a16:creationId xmlns:a16="http://schemas.microsoft.com/office/drawing/2014/main" id="{02592C44-9EC0-5568-8485-0AC21B2BB9AD}"/>
              </a:ext>
            </a:extLst>
          </p:cNvPr>
          <p:cNvPicPr>
            <a:picLocks noChangeAspect="1"/>
          </p:cNvPicPr>
          <p:nvPr/>
        </p:nvPicPr>
        <p:blipFill>
          <a:blip r:embed="rId2"/>
          <a:stretch>
            <a:fillRect/>
          </a:stretch>
        </p:blipFill>
        <p:spPr>
          <a:xfrm>
            <a:off x="3022025" y="3714646"/>
            <a:ext cx="6147949" cy="2462317"/>
          </a:xfrm>
          <a:prstGeom prst="rect">
            <a:avLst/>
          </a:prstGeom>
        </p:spPr>
      </p:pic>
    </p:spTree>
    <p:extLst>
      <p:ext uri="{BB962C8B-B14F-4D97-AF65-F5344CB8AC3E}">
        <p14:creationId xmlns:p14="http://schemas.microsoft.com/office/powerpoint/2010/main" val="1149925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9271F-6347-ED8E-325C-1ECD9E887DD9}"/>
              </a:ext>
            </a:extLst>
          </p:cNvPr>
          <p:cNvSpPr>
            <a:spLocks noGrp="1"/>
          </p:cNvSpPr>
          <p:nvPr>
            <p:ph type="title"/>
          </p:nvPr>
        </p:nvSpPr>
        <p:spPr/>
        <p:txBody>
          <a:bodyPr/>
          <a:lstStyle/>
          <a:p>
            <a:r>
              <a:rPr lang="en-GB" dirty="0"/>
              <a:t>Data Encryption Standard (DES)</a:t>
            </a:r>
          </a:p>
        </p:txBody>
      </p:sp>
      <p:sp>
        <p:nvSpPr>
          <p:cNvPr id="3" name="Content Placeholder 2">
            <a:extLst>
              <a:ext uri="{FF2B5EF4-FFF2-40B4-BE49-F238E27FC236}">
                <a16:creationId xmlns:a16="http://schemas.microsoft.com/office/drawing/2014/main" id="{D720DB89-05B1-038C-4D4C-1C7EE1AD830E}"/>
              </a:ext>
            </a:extLst>
          </p:cNvPr>
          <p:cNvSpPr>
            <a:spLocks noGrp="1"/>
          </p:cNvSpPr>
          <p:nvPr>
            <p:ph idx="1"/>
          </p:nvPr>
        </p:nvSpPr>
        <p:spPr/>
        <p:txBody>
          <a:bodyPr/>
          <a:lstStyle/>
          <a:p>
            <a:r>
              <a:rPr lang="en-GB" b="1" dirty="0"/>
              <a:t>DES (Data Encryption Standard)</a:t>
            </a:r>
            <a:r>
              <a:rPr lang="en-GB" dirty="0"/>
              <a:t> is a symmetric key block cipher that was one of the most widely used encryption algorithms in the world for securing digital information. </a:t>
            </a:r>
          </a:p>
          <a:p>
            <a:endParaRPr lang="en-GB" dirty="0"/>
          </a:p>
          <a:p>
            <a:r>
              <a:rPr lang="en-GB" dirty="0"/>
              <a:t>Developed in the 1970s, DES encrypts data by breaking it into fixed-size blocks and applying multiple rounds of transformations to ensure confidentiality.</a:t>
            </a:r>
          </a:p>
        </p:txBody>
      </p:sp>
    </p:spTree>
    <p:extLst>
      <p:ext uri="{BB962C8B-B14F-4D97-AF65-F5344CB8AC3E}">
        <p14:creationId xmlns:p14="http://schemas.microsoft.com/office/powerpoint/2010/main" val="2387854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8640A-62EB-E14E-1CCD-39C8047B31DF}"/>
              </a:ext>
            </a:extLst>
          </p:cNvPr>
          <p:cNvSpPr>
            <a:spLocks noGrp="1"/>
          </p:cNvSpPr>
          <p:nvPr>
            <p:ph type="title"/>
          </p:nvPr>
        </p:nvSpPr>
        <p:spPr/>
        <p:txBody>
          <a:bodyPr/>
          <a:lstStyle/>
          <a:p>
            <a:r>
              <a:rPr lang="en-GB" dirty="0"/>
              <a:t>Block Size and Key Length</a:t>
            </a:r>
          </a:p>
        </p:txBody>
      </p:sp>
      <p:sp>
        <p:nvSpPr>
          <p:cNvPr id="3" name="Content Placeholder 2">
            <a:extLst>
              <a:ext uri="{FF2B5EF4-FFF2-40B4-BE49-F238E27FC236}">
                <a16:creationId xmlns:a16="http://schemas.microsoft.com/office/drawing/2014/main" id="{190930FA-86D6-5BE2-A603-83FA832E73DA}"/>
              </a:ext>
            </a:extLst>
          </p:cNvPr>
          <p:cNvSpPr>
            <a:spLocks noGrp="1"/>
          </p:cNvSpPr>
          <p:nvPr>
            <p:ph idx="1"/>
          </p:nvPr>
        </p:nvSpPr>
        <p:spPr/>
        <p:txBody>
          <a:bodyPr/>
          <a:lstStyle/>
          <a:p>
            <a:r>
              <a:rPr lang="en-GB" dirty="0">
                <a:solidFill>
                  <a:srgbClr val="FF0000"/>
                </a:solidFill>
              </a:rPr>
              <a:t>Block Size</a:t>
            </a:r>
            <a:r>
              <a:rPr lang="en-GB" dirty="0"/>
              <a:t>: DES operates on 64-bit blocks, meaning the input plaintext is divided into chunks of 64 bits, and each block is independently encrypted.</a:t>
            </a:r>
          </a:p>
          <a:p>
            <a:r>
              <a:rPr lang="en-GB" dirty="0">
                <a:solidFill>
                  <a:srgbClr val="FF0000"/>
                </a:solidFill>
              </a:rPr>
              <a:t>Key Length</a:t>
            </a:r>
            <a:r>
              <a:rPr lang="en-GB" dirty="0"/>
              <a:t>: DES uses a 56-bit key to control the encryption process, though the key is typically presented as a 64-bit value (with 8 bits used for error-checking, reducing the effective key size to 56 bits).</a:t>
            </a:r>
          </a:p>
          <a:p>
            <a:r>
              <a:rPr lang="en-GB" dirty="0">
                <a:solidFill>
                  <a:srgbClr val="FF0000"/>
                </a:solidFill>
              </a:rPr>
              <a:t>Number of Rounds</a:t>
            </a:r>
            <a:r>
              <a:rPr lang="en-GB" dirty="0"/>
              <a:t>: DES uses 16 rounds of encryption, where the key and the plaintext block are mixed and permuted through a series of complex operations to generate the final ciphertext.</a:t>
            </a:r>
          </a:p>
        </p:txBody>
      </p:sp>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7848360" y="642960"/>
              <a:ext cx="4343400" cy="5280120"/>
            </p14:xfrm>
          </p:contentPart>
        </mc:Choice>
        <mc:Fallback xmlns="">
          <p:pic>
            <p:nvPicPr>
              <p:cNvPr id="4" name="Ink 3"/>
              <p:cNvPicPr/>
              <p:nvPr/>
            </p:nvPicPr>
            <p:blipFill>
              <a:blip r:embed="rId4"/>
              <a:stretch>
                <a:fillRect/>
              </a:stretch>
            </p:blipFill>
            <p:spPr>
              <a:xfrm>
                <a:off x="7839000" y="633600"/>
                <a:ext cx="4362120" cy="5298840"/>
              </a:xfrm>
              <a:prstGeom prst="rect">
                <a:avLst/>
              </a:prstGeom>
            </p:spPr>
          </p:pic>
        </mc:Fallback>
      </mc:AlternateContent>
    </p:spTree>
    <p:extLst>
      <p:ext uri="{BB962C8B-B14F-4D97-AF65-F5344CB8AC3E}">
        <p14:creationId xmlns:p14="http://schemas.microsoft.com/office/powerpoint/2010/main" val="2864475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4F5CF-87F2-2A9E-6E0F-00B8CB6D3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B5A42-4D2F-DC49-4594-71FFF29B3004}"/>
              </a:ext>
            </a:extLst>
          </p:cNvPr>
          <p:cNvSpPr>
            <a:spLocks noGrp="1"/>
          </p:cNvSpPr>
          <p:nvPr>
            <p:ph type="title"/>
          </p:nvPr>
        </p:nvSpPr>
        <p:spPr/>
        <p:txBody>
          <a:bodyPr/>
          <a:lstStyle/>
          <a:p>
            <a:r>
              <a:rPr lang="en-GB" dirty="0"/>
              <a:t>Motivation for Feistel Cipher Structure</a:t>
            </a:r>
          </a:p>
        </p:txBody>
      </p:sp>
      <p:sp>
        <p:nvSpPr>
          <p:cNvPr id="3" name="Content Placeholder 2">
            <a:extLst>
              <a:ext uri="{FF2B5EF4-FFF2-40B4-BE49-F238E27FC236}">
                <a16:creationId xmlns:a16="http://schemas.microsoft.com/office/drawing/2014/main" id="{48E24F4F-31BF-DEE5-DEF7-B05771753269}"/>
              </a:ext>
            </a:extLst>
          </p:cNvPr>
          <p:cNvSpPr>
            <a:spLocks noGrp="1"/>
          </p:cNvSpPr>
          <p:nvPr>
            <p:ph idx="1"/>
          </p:nvPr>
        </p:nvSpPr>
        <p:spPr/>
        <p:txBody>
          <a:bodyPr/>
          <a:lstStyle/>
          <a:p>
            <a:r>
              <a:rPr lang="en-GB" dirty="0"/>
              <a:t>A block cipher operates on a plaintext block of n bits to produce a ciphertext block of n bits.</a:t>
            </a:r>
          </a:p>
          <a:p>
            <a:r>
              <a:rPr lang="en-GB" dirty="0"/>
              <a:t>There are 2</a:t>
            </a:r>
            <a:r>
              <a:rPr lang="en-GB" baseline="30000" dirty="0"/>
              <a:t>n</a:t>
            </a:r>
            <a:r>
              <a:rPr lang="en-GB" dirty="0"/>
              <a:t> possible different plaintext blocks and, for the encryption to be reversible, each must produce a unique ciphertext block.</a:t>
            </a:r>
          </a:p>
        </p:txBody>
      </p:sp>
      <p:pic>
        <p:nvPicPr>
          <p:cNvPr id="5" name="Picture 4">
            <a:extLst>
              <a:ext uri="{FF2B5EF4-FFF2-40B4-BE49-F238E27FC236}">
                <a16:creationId xmlns:a16="http://schemas.microsoft.com/office/drawing/2014/main" id="{AB3280AF-B43C-FBFF-161B-E1E3BF70B7F7}"/>
              </a:ext>
            </a:extLst>
          </p:cNvPr>
          <p:cNvPicPr>
            <a:picLocks noChangeAspect="1"/>
          </p:cNvPicPr>
          <p:nvPr/>
        </p:nvPicPr>
        <p:blipFill>
          <a:blip r:embed="rId2"/>
          <a:stretch>
            <a:fillRect/>
          </a:stretch>
        </p:blipFill>
        <p:spPr>
          <a:xfrm>
            <a:off x="1354750" y="3974443"/>
            <a:ext cx="9482500" cy="2677649"/>
          </a:xfrm>
          <a:prstGeom prst="rect">
            <a:avLst/>
          </a:prstGeom>
        </p:spPr>
      </p:pic>
    </p:spTree>
    <p:extLst>
      <p:ext uri="{BB962C8B-B14F-4D97-AF65-F5344CB8AC3E}">
        <p14:creationId xmlns:p14="http://schemas.microsoft.com/office/powerpoint/2010/main" val="1662103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AEE95-5B3B-462F-C21C-0D4BEEE6F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E288D-4F64-7272-EE52-5C88A5F0ED1D}"/>
              </a:ext>
            </a:extLst>
          </p:cNvPr>
          <p:cNvSpPr>
            <a:spLocks noGrp="1"/>
          </p:cNvSpPr>
          <p:nvPr>
            <p:ph type="title"/>
          </p:nvPr>
        </p:nvSpPr>
        <p:spPr/>
        <p:txBody>
          <a:bodyPr/>
          <a:lstStyle/>
          <a:p>
            <a:r>
              <a:rPr lang="en-GB" dirty="0"/>
              <a:t>Motivation for Feistel Cipher Structure (Contd.)</a:t>
            </a:r>
          </a:p>
        </p:txBody>
      </p:sp>
      <p:sp>
        <p:nvSpPr>
          <p:cNvPr id="3" name="Content Placeholder 2">
            <a:extLst>
              <a:ext uri="{FF2B5EF4-FFF2-40B4-BE49-F238E27FC236}">
                <a16:creationId xmlns:a16="http://schemas.microsoft.com/office/drawing/2014/main" id="{40FBEC47-C195-357F-67F1-E1A3B472277D}"/>
              </a:ext>
            </a:extLst>
          </p:cNvPr>
          <p:cNvSpPr>
            <a:spLocks noGrp="1"/>
          </p:cNvSpPr>
          <p:nvPr>
            <p:ph idx="1"/>
          </p:nvPr>
        </p:nvSpPr>
        <p:spPr/>
        <p:txBody>
          <a:bodyPr/>
          <a:lstStyle/>
          <a:p>
            <a:r>
              <a:rPr lang="en-GB" dirty="0"/>
              <a:t>In the latter case, a ciphertext of 01 could have been produced by one of two plaintext blocks. </a:t>
            </a:r>
          </a:p>
          <a:p>
            <a:r>
              <a:rPr lang="en-GB" dirty="0"/>
              <a:t>So, if we limit ourselves to reversible mappings, the number of different transformations is 2</a:t>
            </a:r>
            <a:r>
              <a:rPr lang="en-GB" baseline="30000" dirty="0"/>
              <a:t>n</a:t>
            </a:r>
            <a:r>
              <a:rPr lang="en-GB" dirty="0"/>
              <a:t>!.</a:t>
            </a:r>
          </a:p>
        </p:txBody>
      </p:sp>
      <p:pic>
        <p:nvPicPr>
          <p:cNvPr id="5" name="Picture 4">
            <a:extLst>
              <a:ext uri="{FF2B5EF4-FFF2-40B4-BE49-F238E27FC236}">
                <a16:creationId xmlns:a16="http://schemas.microsoft.com/office/drawing/2014/main" id="{8865F8D1-EC97-C03E-F342-F6A34FE5F93C}"/>
              </a:ext>
            </a:extLst>
          </p:cNvPr>
          <p:cNvPicPr>
            <a:picLocks noChangeAspect="1"/>
          </p:cNvPicPr>
          <p:nvPr/>
        </p:nvPicPr>
        <p:blipFill>
          <a:blip r:embed="rId2"/>
          <a:stretch>
            <a:fillRect/>
          </a:stretch>
        </p:blipFill>
        <p:spPr>
          <a:xfrm>
            <a:off x="1354750" y="3974443"/>
            <a:ext cx="9482500" cy="2677649"/>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6267240" y="3287520"/>
              <a:ext cx="3347280" cy="900720"/>
            </p14:xfrm>
          </p:contentPart>
        </mc:Choice>
        <mc:Fallback xmlns="">
          <p:pic>
            <p:nvPicPr>
              <p:cNvPr id="4" name="Ink 3"/>
              <p:cNvPicPr/>
              <p:nvPr/>
            </p:nvPicPr>
            <p:blipFill>
              <a:blip r:embed="rId4"/>
              <a:stretch>
                <a:fillRect/>
              </a:stretch>
            </p:blipFill>
            <p:spPr>
              <a:xfrm>
                <a:off x="6257880" y="3278160"/>
                <a:ext cx="3366000" cy="919440"/>
              </a:xfrm>
              <a:prstGeom prst="rect">
                <a:avLst/>
              </a:prstGeom>
            </p:spPr>
          </p:pic>
        </mc:Fallback>
      </mc:AlternateContent>
    </p:spTree>
    <p:extLst>
      <p:ext uri="{BB962C8B-B14F-4D97-AF65-F5344CB8AC3E}">
        <p14:creationId xmlns:p14="http://schemas.microsoft.com/office/powerpoint/2010/main" val="2040838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BE886A-E1B3-BF46-476E-101A8223F64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What if there are </a:t>
            </a:r>
            <a:br>
              <a:rPr lang="en-US" sz="3600" kern="1200">
                <a:solidFill>
                  <a:srgbClr val="FFFFFF"/>
                </a:solidFill>
                <a:latin typeface="+mj-lt"/>
                <a:ea typeface="+mj-ea"/>
                <a:cs typeface="+mj-cs"/>
              </a:rPr>
            </a:br>
            <a:r>
              <a:rPr lang="en-US" sz="3600" kern="1200">
                <a:solidFill>
                  <a:srgbClr val="FFFFFF"/>
                </a:solidFill>
                <a:latin typeface="+mj-lt"/>
                <a:ea typeface="+mj-ea"/>
                <a:cs typeface="+mj-cs"/>
              </a:rPr>
              <a:t>4 bits?</a:t>
            </a:r>
          </a:p>
        </p:txBody>
      </p:sp>
      <p:pic>
        <p:nvPicPr>
          <p:cNvPr id="5" name="Content Placeholder 4">
            <a:extLst>
              <a:ext uri="{FF2B5EF4-FFF2-40B4-BE49-F238E27FC236}">
                <a16:creationId xmlns:a16="http://schemas.microsoft.com/office/drawing/2014/main" id="{4F65AD2B-439C-9093-8888-F9AE759C7855}"/>
              </a:ext>
            </a:extLst>
          </p:cNvPr>
          <p:cNvPicPr>
            <a:picLocks noGrp="1" noChangeAspect="1"/>
          </p:cNvPicPr>
          <p:nvPr>
            <p:ph idx="1"/>
          </p:nvPr>
        </p:nvPicPr>
        <p:blipFill>
          <a:blip r:embed="rId2"/>
          <a:stretch>
            <a:fillRect/>
          </a:stretch>
        </p:blipFill>
        <p:spPr>
          <a:xfrm>
            <a:off x="4777316" y="729049"/>
            <a:ext cx="6780700" cy="5397572"/>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5337360" y="2550960"/>
              <a:ext cx="3311640" cy="1171800"/>
            </p14:xfrm>
          </p:contentPart>
        </mc:Choice>
        <mc:Fallback xmlns="">
          <p:pic>
            <p:nvPicPr>
              <p:cNvPr id="3" name="Ink 2"/>
              <p:cNvPicPr/>
              <p:nvPr/>
            </p:nvPicPr>
            <p:blipFill>
              <a:blip r:embed="rId4"/>
              <a:stretch>
                <a:fillRect/>
              </a:stretch>
            </p:blipFill>
            <p:spPr>
              <a:xfrm>
                <a:off x="5328000" y="2541600"/>
                <a:ext cx="3330360" cy="1190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p14:cNvContentPartPr/>
              <p14:nvPr/>
            </p14:nvContentPartPr>
            <p14:xfrm>
              <a:off x="5877360" y="1241640"/>
              <a:ext cx="1703160" cy="4656960"/>
            </p14:xfrm>
          </p:contentPart>
        </mc:Choice>
        <mc:Fallback xmlns="">
          <p:pic>
            <p:nvPicPr>
              <p:cNvPr id="4" name="Ink 3"/>
              <p:cNvPicPr/>
              <p:nvPr/>
            </p:nvPicPr>
            <p:blipFill>
              <a:blip r:embed="rId6"/>
              <a:stretch>
                <a:fillRect/>
              </a:stretch>
            </p:blipFill>
            <p:spPr>
              <a:xfrm>
                <a:off x="5868000" y="1232280"/>
                <a:ext cx="1721880" cy="4675680"/>
              </a:xfrm>
              <a:prstGeom prst="rect">
                <a:avLst/>
              </a:prstGeom>
            </p:spPr>
          </p:pic>
        </mc:Fallback>
      </mc:AlternateContent>
    </p:spTree>
    <p:extLst>
      <p:ext uri="{BB962C8B-B14F-4D97-AF65-F5344CB8AC3E}">
        <p14:creationId xmlns:p14="http://schemas.microsoft.com/office/powerpoint/2010/main" val="1324441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D9A08-4D7C-151E-3131-0AC9C0DA7939}"/>
              </a:ext>
            </a:extLst>
          </p:cNvPr>
          <p:cNvSpPr>
            <a:spLocks noGrp="1"/>
          </p:cNvSpPr>
          <p:nvPr>
            <p:ph type="title"/>
          </p:nvPr>
        </p:nvSpPr>
        <p:spPr/>
        <p:txBody>
          <a:bodyPr/>
          <a:lstStyle/>
          <a:p>
            <a:r>
              <a:rPr lang="en-GB" dirty="0"/>
              <a:t>Problems</a:t>
            </a:r>
          </a:p>
        </p:txBody>
      </p:sp>
      <p:sp>
        <p:nvSpPr>
          <p:cNvPr id="3" name="Content Placeholder 2">
            <a:extLst>
              <a:ext uri="{FF2B5EF4-FFF2-40B4-BE49-F238E27FC236}">
                <a16:creationId xmlns:a16="http://schemas.microsoft.com/office/drawing/2014/main" id="{ECF6786E-7BF6-5D66-1D63-660E9557AEC1}"/>
              </a:ext>
            </a:extLst>
          </p:cNvPr>
          <p:cNvSpPr>
            <a:spLocks noGrp="1"/>
          </p:cNvSpPr>
          <p:nvPr>
            <p:ph idx="1"/>
          </p:nvPr>
        </p:nvSpPr>
        <p:spPr/>
        <p:txBody>
          <a:bodyPr/>
          <a:lstStyle/>
          <a:p>
            <a:r>
              <a:rPr lang="en-GB" dirty="0"/>
              <a:t>If the block size is less, then the system is equivalent to classical substitution cipher.</a:t>
            </a:r>
          </a:p>
          <a:p>
            <a:r>
              <a:rPr lang="en-GB" dirty="0"/>
              <a:t>Thus, n should be sufficiently large.</a:t>
            </a:r>
          </a:p>
          <a:p>
            <a:endParaRPr lang="en-GB" dirty="0"/>
          </a:p>
          <a:p>
            <a:r>
              <a:rPr lang="en-GB" dirty="0"/>
              <a:t>If n is sufficiently large, then the key requirement is n x 2</a:t>
            </a:r>
            <a:r>
              <a:rPr lang="en-GB" baseline="30000" dirty="0"/>
              <a:t>n</a:t>
            </a:r>
            <a:r>
              <a:rPr lang="en-GB" dirty="0"/>
              <a:t> bits.</a:t>
            </a:r>
          </a:p>
          <a:p>
            <a:r>
              <a:rPr lang="en-GB" baseline="30000" dirty="0"/>
              <a:t> </a:t>
            </a:r>
            <a:r>
              <a:rPr lang="en-GB" dirty="0"/>
              <a:t>For example, for previous table, the key will be of 4 x 16 bits i.e. 64 bits in length. The key would look like:</a:t>
            </a:r>
          </a:p>
          <a:p>
            <a:pPr marL="0" indent="0">
              <a:buNone/>
            </a:pPr>
            <a:r>
              <a:rPr lang="en-GB" dirty="0"/>
              <a:t>1110 0100 1101 0001 0110 1000 1011 0111 0010 1111 1010 0011 1100 0000 1001 0101</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9138960" y="3502800"/>
              <a:ext cx="1100880" cy="835920"/>
            </p14:xfrm>
          </p:contentPart>
        </mc:Choice>
        <mc:Fallback xmlns="">
          <p:pic>
            <p:nvPicPr>
              <p:cNvPr id="4" name="Ink 3"/>
              <p:cNvPicPr/>
              <p:nvPr/>
            </p:nvPicPr>
            <p:blipFill>
              <a:blip r:embed="rId3"/>
              <a:stretch>
                <a:fillRect/>
              </a:stretch>
            </p:blipFill>
            <p:spPr>
              <a:xfrm>
                <a:off x="9129600" y="3493440"/>
                <a:ext cx="1119600" cy="854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678960" y="2460240"/>
              <a:ext cx="9539280" cy="3920760"/>
            </p14:xfrm>
          </p:contentPart>
        </mc:Choice>
        <mc:Fallback xmlns="">
          <p:pic>
            <p:nvPicPr>
              <p:cNvPr id="5" name="Ink 4"/>
              <p:cNvPicPr/>
              <p:nvPr/>
            </p:nvPicPr>
            <p:blipFill>
              <a:blip r:embed="rId5"/>
              <a:stretch>
                <a:fillRect/>
              </a:stretch>
            </p:blipFill>
            <p:spPr>
              <a:xfrm>
                <a:off x="669600" y="2450880"/>
                <a:ext cx="9558000" cy="3939480"/>
              </a:xfrm>
              <a:prstGeom prst="rect">
                <a:avLst/>
              </a:prstGeom>
            </p:spPr>
          </p:pic>
        </mc:Fallback>
      </mc:AlternateContent>
    </p:spTree>
    <p:extLst>
      <p:ext uri="{BB962C8B-B14F-4D97-AF65-F5344CB8AC3E}">
        <p14:creationId xmlns:p14="http://schemas.microsoft.com/office/powerpoint/2010/main" val="3201874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114280" y="503280"/>
              <a:ext cx="9906120" cy="5154480"/>
            </p14:xfrm>
          </p:contentPart>
        </mc:Choice>
        <mc:Fallback xmlns="">
          <p:pic>
            <p:nvPicPr>
              <p:cNvPr id="4" name="Ink 3"/>
              <p:cNvPicPr/>
              <p:nvPr/>
            </p:nvPicPr>
            <p:blipFill>
              <a:blip r:embed="rId3"/>
              <a:stretch>
                <a:fillRect/>
              </a:stretch>
            </p:blipFill>
            <p:spPr>
              <a:xfrm>
                <a:off x="2104920" y="493920"/>
                <a:ext cx="9924840" cy="5173200"/>
              </a:xfrm>
              <a:prstGeom prst="rect">
                <a:avLst/>
              </a:prstGeom>
            </p:spPr>
          </p:pic>
        </mc:Fallback>
      </mc:AlternateContent>
    </p:spTree>
    <p:extLst>
      <p:ext uri="{BB962C8B-B14F-4D97-AF65-F5344CB8AC3E}">
        <p14:creationId xmlns:p14="http://schemas.microsoft.com/office/powerpoint/2010/main" val="3868061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5528-98C2-56E9-CF79-C521D12FE237}"/>
              </a:ext>
            </a:extLst>
          </p:cNvPr>
          <p:cNvSpPr>
            <a:spLocks noGrp="1"/>
          </p:cNvSpPr>
          <p:nvPr>
            <p:ph type="title"/>
          </p:nvPr>
        </p:nvSpPr>
        <p:spPr/>
        <p:txBody>
          <a:bodyPr/>
          <a:lstStyle/>
          <a:p>
            <a:r>
              <a:rPr lang="en-GB" dirty="0"/>
              <a:t>Problems (contd.)</a:t>
            </a:r>
          </a:p>
        </p:txBody>
      </p:sp>
      <p:sp>
        <p:nvSpPr>
          <p:cNvPr id="3" name="Content Placeholder 2">
            <a:extLst>
              <a:ext uri="{FF2B5EF4-FFF2-40B4-BE49-F238E27FC236}">
                <a16:creationId xmlns:a16="http://schemas.microsoft.com/office/drawing/2014/main" id="{0C377C37-27D6-2E68-DA6D-D3030BD4D5C3}"/>
              </a:ext>
            </a:extLst>
          </p:cNvPr>
          <p:cNvSpPr>
            <a:spLocks noGrp="1"/>
          </p:cNvSpPr>
          <p:nvPr>
            <p:ph idx="1"/>
          </p:nvPr>
        </p:nvSpPr>
        <p:spPr/>
        <p:txBody>
          <a:bodyPr/>
          <a:lstStyle/>
          <a:p>
            <a:r>
              <a:rPr lang="en-GB" dirty="0"/>
              <a:t>Using the logic, for 64 bit block, the key size would be 64 x 2</a:t>
            </a:r>
            <a:r>
              <a:rPr lang="en-GB" baseline="30000" dirty="0"/>
              <a:t>64  </a:t>
            </a:r>
            <a:r>
              <a:rPr lang="en-GB" dirty="0"/>
              <a:t>= 2</a:t>
            </a:r>
            <a:r>
              <a:rPr lang="en-GB" baseline="30000" dirty="0"/>
              <a:t>70</a:t>
            </a:r>
            <a:r>
              <a:rPr lang="en-GB" dirty="0"/>
              <a:t> 10</a:t>
            </a:r>
            <a:r>
              <a:rPr lang="en-GB" baseline="30000" dirty="0"/>
              <a:t>21 </a:t>
            </a:r>
            <a:r>
              <a:rPr lang="en-GB" dirty="0"/>
              <a:t>bits.</a:t>
            </a:r>
          </a:p>
          <a:p>
            <a:r>
              <a:rPr lang="en-GB" dirty="0"/>
              <a:t> Feistel Cipher reduces this computation problem to n</a:t>
            </a:r>
            <a:r>
              <a:rPr lang="en-GB" baseline="30000" dirty="0"/>
              <a:t>2</a:t>
            </a:r>
            <a:endParaRPr lang="en-GB" dirty="0"/>
          </a:p>
        </p:txBody>
      </p:sp>
    </p:spTree>
    <p:extLst>
      <p:ext uri="{BB962C8B-B14F-4D97-AF65-F5344CB8AC3E}">
        <p14:creationId xmlns:p14="http://schemas.microsoft.com/office/powerpoint/2010/main" val="3257359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21277-DC44-3C77-0BB5-09A699F24226}"/>
              </a:ext>
            </a:extLst>
          </p:cNvPr>
          <p:cNvSpPr>
            <a:spLocks noGrp="1"/>
          </p:cNvSpPr>
          <p:nvPr>
            <p:ph type="title"/>
          </p:nvPr>
        </p:nvSpPr>
        <p:spPr/>
        <p:txBody>
          <a:bodyPr/>
          <a:lstStyle/>
          <a:p>
            <a:r>
              <a:rPr lang="en-GB" dirty="0"/>
              <a:t>Substitution and Confusion</a:t>
            </a:r>
          </a:p>
        </p:txBody>
      </p:sp>
      <p:sp>
        <p:nvSpPr>
          <p:cNvPr id="3" name="Content Placeholder 2">
            <a:extLst>
              <a:ext uri="{FF2B5EF4-FFF2-40B4-BE49-F238E27FC236}">
                <a16:creationId xmlns:a16="http://schemas.microsoft.com/office/drawing/2014/main" id="{786BF871-EDFC-6B8A-94CA-E206AED89A2D}"/>
              </a:ext>
            </a:extLst>
          </p:cNvPr>
          <p:cNvSpPr>
            <a:spLocks noGrp="1"/>
          </p:cNvSpPr>
          <p:nvPr>
            <p:ph idx="1"/>
          </p:nvPr>
        </p:nvSpPr>
        <p:spPr/>
        <p:txBody>
          <a:bodyPr/>
          <a:lstStyle/>
          <a:p>
            <a:r>
              <a:rPr lang="en-GB" dirty="0"/>
              <a:t>In cryptography, </a:t>
            </a:r>
            <a:r>
              <a:rPr lang="en-GB" b="1" dirty="0"/>
              <a:t>substitution</a:t>
            </a:r>
            <a:r>
              <a:rPr lang="en-GB" dirty="0"/>
              <a:t> refers to the process of </a:t>
            </a:r>
            <a:r>
              <a:rPr lang="en-GB" b="1" dirty="0"/>
              <a:t>replacing</a:t>
            </a:r>
            <a:r>
              <a:rPr lang="en-GB" dirty="0"/>
              <a:t> elements of the plaintext (e.g., letters, numbers, or bits) with corresponding elements from a different set according to a predefined system or algorithm.</a:t>
            </a:r>
          </a:p>
          <a:p>
            <a:r>
              <a:rPr lang="en-GB" b="1" dirty="0"/>
              <a:t>Confusion</a:t>
            </a:r>
            <a:r>
              <a:rPr lang="en-GB" dirty="0"/>
              <a:t> is the property that the relationship between the ciphertext and the encryption key is obscured.</a:t>
            </a:r>
          </a:p>
          <a:p>
            <a:r>
              <a:rPr lang="en-GB" dirty="0"/>
              <a:t>Substitution contributes to confusion by making it difficult for an attacker to predict how a change in the input or key will affect the output.</a:t>
            </a:r>
          </a:p>
        </p:txBody>
      </p:sp>
    </p:spTree>
    <p:extLst>
      <p:ext uri="{BB962C8B-B14F-4D97-AF65-F5344CB8AC3E}">
        <p14:creationId xmlns:p14="http://schemas.microsoft.com/office/powerpoint/2010/main" val="1692486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0EB69-74D5-DCE2-13A1-CD48D1D2C4B1}"/>
              </a:ext>
            </a:extLst>
          </p:cNvPr>
          <p:cNvSpPr>
            <a:spLocks noGrp="1"/>
          </p:cNvSpPr>
          <p:nvPr>
            <p:ph type="title"/>
          </p:nvPr>
        </p:nvSpPr>
        <p:spPr/>
        <p:txBody>
          <a:bodyPr/>
          <a:lstStyle/>
          <a:p>
            <a:r>
              <a:rPr lang="en-GB" dirty="0"/>
              <a:t>Permutation and Diffusion</a:t>
            </a:r>
          </a:p>
        </p:txBody>
      </p:sp>
      <p:sp>
        <p:nvSpPr>
          <p:cNvPr id="3" name="Content Placeholder 2">
            <a:extLst>
              <a:ext uri="{FF2B5EF4-FFF2-40B4-BE49-F238E27FC236}">
                <a16:creationId xmlns:a16="http://schemas.microsoft.com/office/drawing/2014/main" id="{6DF9FA3F-2AC9-A79E-34CC-75EC0488983E}"/>
              </a:ext>
            </a:extLst>
          </p:cNvPr>
          <p:cNvSpPr>
            <a:spLocks noGrp="1"/>
          </p:cNvSpPr>
          <p:nvPr>
            <p:ph idx="1"/>
          </p:nvPr>
        </p:nvSpPr>
        <p:spPr/>
        <p:txBody>
          <a:bodyPr/>
          <a:lstStyle/>
          <a:p>
            <a:r>
              <a:rPr lang="en-GB" b="1" dirty="0"/>
              <a:t>Permutation</a:t>
            </a:r>
            <a:r>
              <a:rPr lang="en-GB" dirty="0"/>
              <a:t>, also called </a:t>
            </a:r>
            <a:r>
              <a:rPr lang="en-GB" b="1" dirty="0"/>
              <a:t>transposition</a:t>
            </a:r>
            <a:r>
              <a:rPr lang="en-GB" dirty="0"/>
              <a:t>, involves rearranging the positions of elements in the plaintext according to a specific system.</a:t>
            </a:r>
          </a:p>
          <a:p>
            <a:r>
              <a:rPr lang="en-GB" b="1" dirty="0"/>
              <a:t>Diffusion</a:t>
            </a:r>
            <a:r>
              <a:rPr lang="en-GB" dirty="0"/>
              <a:t> is the property that ensures a change in one part of the input (such as a single bit) affects many parts of the output.</a:t>
            </a:r>
          </a:p>
          <a:p>
            <a:r>
              <a:rPr lang="en-GB" dirty="0"/>
              <a:t>Permutation contributes to diffusion by spreading out the influence of individual bits or groups of bits. </a:t>
            </a:r>
          </a:p>
          <a:p>
            <a:r>
              <a:rPr lang="en-GB" dirty="0"/>
              <a:t>This makes it harder for an attacker to find patterns that might help reverse the encryption or determine the key.</a:t>
            </a:r>
          </a:p>
        </p:txBody>
      </p:sp>
    </p:spTree>
    <p:extLst>
      <p:ext uri="{BB962C8B-B14F-4D97-AF65-F5344CB8AC3E}">
        <p14:creationId xmlns:p14="http://schemas.microsoft.com/office/powerpoint/2010/main" val="745820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ADC25-6D81-DF44-6DCA-924176D265A4}"/>
              </a:ext>
            </a:extLst>
          </p:cNvPr>
          <p:cNvSpPr>
            <a:spLocks noGrp="1"/>
          </p:cNvSpPr>
          <p:nvPr>
            <p:ph type="title"/>
          </p:nvPr>
        </p:nvSpPr>
        <p:spPr/>
        <p:txBody>
          <a:bodyPr/>
          <a:lstStyle/>
          <a:p>
            <a:r>
              <a:rPr lang="en-GB" dirty="0"/>
              <a:t>Feistel Cipher Structure</a:t>
            </a:r>
          </a:p>
        </p:txBody>
      </p:sp>
      <p:sp>
        <p:nvSpPr>
          <p:cNvPr id="3" name="Content Placeholder 2">
            <a:extLst>
              <a:ext uri="{FF2B5EF4-FFF2-40B4-BE49-F238E27FC236}">
                <a16:creationId xmlns:a16="http://schemas.microsoft.com/office/drawing/2014/main" id="{8E5921DC-5F88-8D37-8B51-966DA295A028}"/>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7C4A3DDE-5377-3FF3-94D4-0F1598EC6826}"/>
              </a:ext>
            </a:extLst>
          </p:cNvPr>
          <p:cNvPicPr>
            <a:picLocks noChangeAspect="1"/>
          </p:cNvPicPr>
          <p:nvPr/>
        </p:nvPicPr>
        <p:blipFill>
          <a:blip r:embed="rId2"/>
          <a:srcRect b="58524"/>
          <a:stretch/>
        </p:blipFill>
        <p:spPr>
          <a:xfrm>
            <a:off x="1055957" y="1394223"/>
            <a:ext cx="4505394" cy="5098652"/>
          </a:xfrm>
          <a:prstGeom prst="rect">
            <a:avLst/>
          </a:prstGeom>
        </p:spPr>
      </p:pic>
      <p:pic>
        <p:nvPicPr>
          <p:cNvPr id="7" name="Picture 6">
            <a:extLst>
              <a:ext uri="{FF2B5EF4-FFF2-40B4-BE49-F238E27FC236}">
                <a16:creationId xmlns:a16="http://schemas.microsoft.com/office/drawing/2014/main" id="{B244A9AE-BB49-8BD5-2DB8-0AB6FD2B229C}"/>
              </a:ext>
            </a:extLst>
          </p:cNvPr>
          <p:cNvPicPr>
            <a:picLocks noChangeAspect="1"/>
          </p:cNvPicPr>
          <p:nvPr/>
        </p:nvPicPr>
        <p:blipFill>
          <a:blip r:embed="rId3"/>
          <a:stretch>
            <a:fillRect/>
          </a:stretch>
        </p:blipFill>
        <p:spPr>
          <a:xfrm>
            <a:off x="6630651" y="1093657"/>
            <a:ext cx="4292184" cy="5399218"/>
          </a:xfrm>
          <a:prstGeom prst="rect">
            <a:avLst/>
          </a:prstGeom>
        </p:spPr>
      </p:pic>
    </p:spTree>
    <p:extLst>
      <p:ext uri="{BB962C8B-B14F-4D97-AF65-F5344CB8AC3E}">
        <p14:creationId xmlns:p14="http://schemas.microsoft.com/office/powerpoint/2010/main" val="2633973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DD54-9D78-5FD3-7E6A-2ACEDAEF77AB}"/>
              </a:ext>
            </a:extLst>
          </p:cNvPr>
          <p:cNvSpPr>
            <a:spLocks noGrp="1"/>
          </p:cNvSpPr>
          <p:nvPr>
            <p:ph type="title"/>
          </p:nvPr>
        </p:nvSpPr>
        <p:spPr/>
        <p:txBody>
          <a:bodyPr/>
          <a:lstStyle/>
          <a:p>
            <a:r>
              <a:rPr lang="en-GB" dirty="0"/>
              <a:t>Methodology</a:t>
            </a:r>
          </a:p>
        </p:txBody>
      </p:sp>
      <p:sp>
        <p:nvSpPr>
          <p:cNvPr id="3" name="Content Placeholder 2">
            <a:extLst>
              <a:ext uri="{FF2B5EF4-FFF2-40B4-BE49-F238E27FC236}">
                <a16:creationId xmlns:a16="http://schemas.microsoft.com/office/drawing/2014/main" id="{F42EFAB5-498D-0380-2340-092DC85B7DF6}"/>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CDE03D36-33A9-8DFD-1602-C51B3A4E6810}"/>
              </a:ext>
            </a:extLst>
          </p:cNvPr>
          <p:cNvPicPr>
            <a:picLocks noChangeAspect="1"/>
          </p:cNvPicPr>
          <p:nvPr/>
        </p:nvPicPr>
        <p:blipFill>
          <a:blip r:embed="rId2"/>
          <a:stretch>
            <a:fillRect/>
          </a:stretch>
        </p:blipFill>
        <p:spPr>
          <a:xfrm>
            <a:off x="5304015" y="0"/>
            <a:ext cx="6049785" cy="6812363"/>
          </a:xfrm>
          <a:prstGeom prst="rect">
            <a:avLst/>
          </a:prstGeom>
        </p:spPr>
      </p:pic>
    </p:spTree>
    <p:extLst>
      <p:ext uri="{BB962C8B-B14F-4D97-AF65-F5344CB8AC3E}">
        <p14:creationId xmlns:p14="http://schemas.microsoft.com/office/powerpoint/2010/main" val="561870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08937-2E89-C739-C0F8-F352F08D4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606CE-53B6-A992-40A1-B1CE0D17B1AC}"/>
              </a:ext>
            </a:extLst>
          </p:cNvPr>
          <p:cNvSpPr>
            <a:spLocks noGrp="1"/>
          </p:cNvSpPr>
          <p:nvPr>
            <p:ph type="title"/>
          </p:nvPr>
        </p:nvSpPr>
        <p:spPr/>
        <p:txBody>
          <a:bodyPr/>
          <a:lstStyle/>
          <a:p>
            <a:r>
              <a:rPr lang="en-GB" dirty="0"/>
              <a:t>Input 64 bit</a:t>
            </a:r>
          </a:p>
        </p:txBody>
      </p:sp>
      <p:sp>
        <p:nvSpPr>
          <p:cNvPr id="3" name="Content Placeholder 2">
            <a:extLst>
              <a:ext uri="{FF2B5EF4-FFF2-40B4-BE49-F238E27FC236}">
                <a16:creationId xmlns:a16="http://schemas.microsoft.com/office/drawing/2014/main" id="{DB2AC435-1251-E94B-C7F5-F6A1FFE8A950}"/>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1FCEB485-692F-9E5B-C580-64F7D57EF7B7}"/>
              </a:ext>
            </a:extLst>
          </p:cNvPr>
          <p:cNvPicPr>
            <a:picLocks noChangeAspect="1"/>
          </p:cNvPicPr>
          <p:nvPr/>
        </p:nvPicPr>
        <p:blipFill>
          <a:blip r:embed="rId2"/>
          <a:srcRect t="9085"/>
          <a:stretch/>
        </p:blipFill>
        <p:spPr>
          <a:xfrm>
            <a:off x="699146" y="1690688"/>
            <a:ext cx="10793707" cy="4351338"/>
          </a:xfrm>
          <a:prstGeom prst="rect">
            <a:avLst/>
          </a:prstGeom>
        </p:spPr>
      </p:pic>
      <p:grpSp>
        <p:nvGrpSpPr>
          <p:cNvPr id="10" name="Group 9">
            <a:extLst>
              <a:ext uri="{FF2B5EF4-FFF2-40B4-BE49-F238E27FC236}">
                <a16:creationId xmlns:a16="http://schemas.microsoft.com/office/drawing/2014/main" id="{DE949095-11A4-DBE2-96F3-E1D5C5B4A46C}"/>
              </a:ext>
            </a:extLst>
          </p:cNvPr>
          <p:cNvGrpSpPr/>
          <p:nvPr/>
        </p:nvGrpSpPr>
        <p:grpSpPr>
          <a:xfrm>
            <a:off x="3045335" y="1960093"/>
            <a:ext cx="511920" cy="4552560"/>
            <a:chOff x="3045335" y="1960093"/>
            <a:chExt cx="511920" cy="455256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5587E0D8-98F0-29FE-2591-3AD6D4B555AA}"/>
                    </a:ext>
                  </a:extLst>
                </p14:cNvPr>
                <p14:cNvContentPartPr/>
                <p14:nvPr/>
              </p14:nvContentPartPr>
              <p14:xfrm>
                <a:off x="3256655" y="6079933"/>
                <a:ext cx="360" cy="271440"/>
              </p14:xfrm>
            </p:contentPart>
          </mc:Choice>
          <mc:Fallback xmlns="">
            <p:pic>
              <p:nvPicPr>
                <p:cNvPr id="4" name="Ink 3">
                  <a:extLst>
                    <a:ext uri="{FF2B5EF4-FFF2-40B4-BE49-F238E27FC236}">
                      <a16:creationId xmlns:a16="http://schemas.microsoft.com/office/drawing/2014/main" id="{5587E0D8-98F0-29FE-2591-3AD6D4B555AA}"/>
                    </a:ext>
                  </a:extLst>
                </p:cNvPr>
                <p:cNvPicPr/>
                <p:nvPr/>
              </p:nvPicPr>
              <p:blipFill>
                <a:blip r:embed="rId4"/>
                <a:stretch>
                  <a:fillRect/>
                </a:stretch>
              </p:blipFill>
              <p:spPr>
                <a:xfrm>
                  <a:off x="3238655" y="6061933"/>
                  <a:ext cx="3600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A759A218-3E92-1056-E0B4-65E07BBAB8FA}"/>
                    </a:ext>
                  </a:extLst>
                </p14:cNvPr>
                <p14:cNvContentPartPr/>
                <p14:nvPr/>
              </p14:nvContentPartPr>
              <p14:xfrm>
                <a:off x="3045335" y="6031333"/>
                <a:ext cx="390600" cy="481320"/>
              </p14:xfrm>
            </p:contentPart>
          </mc:Choice>
          <mc:Fallback xmlns="">
            <p:pic>
              <p:nvPicPr>
                <p:cNvPr id="6" name="Ink 5">
                  <a:extLst>
                    <a:ext uri="{FF2B5EF4-FFF2-40B4-BE49-F238E27FC236}">
                      <a16:creationId xmlns:a16="http://schemas.microsoft.com/office/drawing/2014/main" id="{A759A218-3E92-1056-E0B4-65E07BBAB8FA}"/>
                    </a:ext>
                  </a:extLst>
                </p:cNvPr>
                <p:cNvPicPr/>
                <p:nvPr/>
              </p:nvPicPr>
              <p:blipFill>
                <a:blip r:embed="rId6"/>
                <a:stretch>
                  <a:fillRect/>
                </a:stretch>
              </p:blipFill>
              <p:spPr>
                <a:xfrm>
                  <a:off x="3027695" y="6013693"/>
                  <a:ext cx="426240" cy="516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1818632A-80D5-1F32-75B8-50B24632655D}"/>
                    </a:ext>
                  </a:extLst>
                </p14:cNvPr>
                <p14:cNvContentPartPr/>
                <p14:nvPr/>
              </p14:nvContentPartPr>
              <p14:xfrm>
                <a:off x="3447095" y="1960093"/>
                <a:ext cx="98640" cy="3655080"/>
              </p14:xfrm>
            </p:contentPart>
          </mc:Choice>
          <mc:Fallback xmlns="">
            <p:pic>
              <p:nvPicPr>
                <p:cNvPr id="8" name="Ink 7">
                  <a:extLst>
                    <a:ext uri="{FF2B5EF4-FFF2-40B4-BE49-F238E27FC236}">
                      <a16:creationId xmlns:a16="http://schemas.microsoft.com/office/drawing/2014/main" id="{1818632A-80D5-1F32-75B8-50B24632655D}"/>
                    </a:ext>
                  </a:extLst>
                </p:cNvPr>
                <p:cNvPicPr/>
                <p:nvPr/>
              </p:nvPicPr>
              <p:blipFill>
                <a:blip r:embed="rId8"/>
                <a:stretch>
                  <a:fillRect/>
                </a:stretch>
              </p:blipFill>
              <p:spPr>
                <a:xfrm>
                  <a:off x="3429095" y="1942453"/>
                  <a:ext cx="134280" cy="3690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2E9AA98-4C53-33B2-A900-6727A9C20D8C}"/>
                    </a:ext>
                  </a:extLst>
                </p14:cNvPr>
                <p14:cNvContentPartPr/>
                <p14:nvPr/>
              </p14:nvContentPartPr>
              <p14:xfrm>
                <a:off x="3341975" y="1973413"/>
                <a:ext cx="215280" cy="165240"/>
              </p14:xfrm>
            </p:contentPart>
          </mc:Choice>
          <mc:Fallback xmlns="">
            <p:pic>
              <p:nvPicPr>
                <p:cNvPr id="9" name="Ink 8">
                  <a:extLst>
                    <a:ext uri="{FF2B5EF4-FFF2-40B4-BE49-F238E27FC236}">
                      <a16:creationId xmlns:a16="http://schemas.microsoft.com/office/drawing/2014/main" id="{62E9AA98-4C53-33B2-A900-6727A9C20D8C}"/>
                    </a:ext>
                  </a:extLst>
                </p:cNvPr>
                <p:cNvPicPr/>
                <p:nvPr/>
              </p:nvPicPr>
              <p:blipFill>
                <a:blip r:embed="rId10"/>
                <a:stretch>
                  <a:fillRect/>
                </a:stretch>
              </p:blipFill>
              <p:spPr>
                <a:xfrm>
                  <a:off x="3324335" y="1955413"/>
                  <a:ext cx="250920" cy="200880"/>
                </a:xfrm>
                <a:prstGeom prst="rect">
                  <a:avLst/>
                </a:prstGeom>
              </p:spPr>
            </p:pic>
          </mc:Fallback>
        </mc:AlternateContent>
      </p:grpSp>
      <p:grpSp>
        <p:nvGrpSpPr>
          <p:cNvPr id="15" name="Group 14">
            <a:extLst>
              <a:ext uri="{FF2B5EF4-FFF2-40B4-BE49-F238E27FC236}">
                <a16:creationId xmlns:a16="http://schemas.microsoft.com/office/drawing/2014/main" id="{1701B73F-3171-5D9B-C343-5FBEE46AFBB2}"/>
              </a:ext>
            </a:extLst>
          </p:cNvPr>
          <p:cNvGrpSpPr/>
          <p:nvPr/>
        </p:nvGrpSpPr>
        <p:grpSpPr>
          <a:xfrm>
            <a:off x="5436815" y="2005453"/>
            <a:ext cx="740520" cy="4462200"/>
            <a:chOff x="5436815" y="2005453"/>
            <a:chExt cx="740520" cy="4462200"/>
          </a:xfrm>
        </p:grpSpPr>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B4ECBE6F-99E7-83BF-43A1-C24CF00E3014}"/>
                    </a:ext>
                  </a:extLst>
                </p14:cNvPr>
                <p14:cNvContentPartPr/>
                <p14:nvPr/>
              </p14:nvContentPartPr>
              <p14:xfrm>
                <a:off x="5502335" y="6002173"/>
                <a:ext cx="221760" cy="353160"/>
              </p14:xfrm>
            </p:contentPart>
          </mc:Choice>
          <mc:Fallback xmlns="">
            <p:pic>
              <p:nvPicPr>
                <p:cNvPr id="11" name="Ink 10">
                  <a:extLst>
                    <a:ext uri="{FF2B5EF4-FFF2-40B4-BE49-F238E27FC236}">
                      <a16:creationId xmlns:a16="http://schemas.microsoft.com/office/drawing/2014/main" id="{B4ECBE6F-99E7-83BF-43A1-C24CF00E3014}"/>
                    </a:ext>
                  </a:extLst>
                </p:cNvPr>
                <p:cNvPicPr/>
                <p:nvPr/>
              </p:nvPicPr>
              <p:blipFill>
                <a:blip r:embed="rId12"/>
                <a:stretch>
                  <a:fillRect/>
                </a:stretch>
              </p:blipFill>
              <p:spPr>
                <a:xfrm>
                  <a:off x="5484695" y="5984533"/>
                  <a:ext cx="25740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45E94005-A403-AC4E-6D75-67B6F125C3F5}"/>
                    </a:ext>
                  </a:extLst>
                </p14:cNvPr>
                <p14:cNvContentPartPr/>
                <p14:nvPr/>
              </p14:nvContentPartPr>
              <p14:xfrm>
                <a:off x="5436815" y="5895253"/>
                <a:ext cx="435600" cy="572400"/>
              </p14:xfrm>
            </p:contentPart>
          </mc:Choice>
          <mc:Fallback xmlns="">
            <p:pic>
              <p:nvPicPr>
                <p:cNvPr id="12" name="Ink 11">
                  <a:extLst>
                    <a:ext uri="{FF2B5EF4-FFF2-40B4-BE49-F238E27FC236}">
                      <a16:creationId xmlns:a16="http://schemas.microsoft.com/office/drawing/2014/main" id="{45E94005-A403-AC4E-6D75-67B6F125C3F5}"/>
                    </a:ext>
                  </a:extLst>
                </p:cNvPr>
                <p:cNvPicPr/>
                <p:nvPr/>
              </p:nvPicPr>
              <p:blipFill>
                <a:blip r:embed="rId14"/>
                <a:stretch>
                  <a:fillRect/>
                </a:stretch>
              </p:blipFill>
              <p:spPr>
                <a:xfrm>
                  <a:off x="5418815" y="5877253"/>
                  <a:ext cx="47124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241CCA76-C88D-8384-42D4-0352891249AB}"/>
                    </a:ext>
                  </a:extLst>
                </p14:cNvPr>
                <p14:cNvContentPartPr/>
                <p14:nvPr/>
              </p14:nvContentPartPr>
              <p14:xfrm>
                <a:off x="5926775" y="2005453"/>
                <a:ext cx="250560" cy="3690000"/>
              </p14:xfrm>
            </p:contentPart>
          </mc:Choice>
          <mc:Fallback xmlns="">
            <p:pic>
              <p:nvPicPr>
                <p:cNvPr id="14" name="Ink 13">
                  <a:extLst>
                    <a:ext uri="{FF2B5EF4-FFF2-40B4-BE49-F238E27FC236}">
                      <a16:creationId xmlns:a16="http://schemas.microsoft.com/office/drawing/2014/main" id="{241CCA76-C88D-8384-42D4-0352891249AB}"/>
                    </a:ext>
                  </a:extLst>
                </p:cNvPr>
                <p:cNvPicPr/>
                <p:nvPr/>
              </p:nvPicPr>
              <p:blipFill>
                <a:blip r:embed="rId16"/>
                <a:stretch>
                  <a:fillRect/>
                </a:stretch>
              </p:blipFill>
              <p:spPr>
                <a:xfrm>
                  <a:off x="5909135" y="1987453"/>
                  <a:ext cx="286200" cy="3725640"/>
                </a:xfrm>
                <a:prstGeom prst="rect">
                  <a:avLst/>
                </a:prstGeom>
              </p:spPr>
            </p:pic>
          </mc:Fallback>
        </mc:AlternateContent>
      </p:grpSp>
      <p:grpSp>
        <p:nvGrpSpPr>
          <p:cNvPr id="19" name="Group 18">
            <a:extLst>
              <a:ext uri="{FF2B5EF4-FFF2-40B4-BE49-F238E27FC236}">
                <a16:creationId xmlns:a16="http://schemas.microsoft.com/office/drawing/2014/main" id="{0035A880-70AE-993D-DEF2-0D371D819578}"/>
              </a:ext>
            </a:extLst>
          </p:cNvPr>
          <p:cNvGrpSpPr/>
          <p:nvPr/>
        </p:nvGrpSpPr>
        <p:grpSpPr>
          <a:xfrm>
            <a:off x="7598975" y="2048653"/>
            <a:ext cx="949680" cy="4418280"/>
            <a:chOff x="7598975" y="2048653"/>
            <a:chExt cx="949680" cy="4418280"/>
          </a:xfrm>
        </p:grpSpPr>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99CDA40C-2234-5BB3-93ED-72D6D53E8906}"/>
                    </a:ext>
                  </a:extLst>
                </p14:cNvPr>
                <p14:cNvContentPartPr/>
                <p14:nvPr/>
              </p14:nvContentPartPr>
              <p14:xfrm>
                <a:off x="8000015" y="6096133"/>
                <a:ext cx="229320" cy="319680"/>
              </p14:xfrm>
            </p:contentPart>
          </mc:Choice>
          <mc:Fallback xmlns="">
            <p:pic>
              <p:nvPicPr>
                <p:cNvPr id="16" name="Ink 15">
                  <a:extLst>
                    <a:ext uri="{FF2B5EF4-FFF2-40B4-BE49-F238E27FC236}">
                      <a16:creationId xmlns:a16="http://schemas.microsoft.com/office/drawing/2014/main" id="{99CDA40C-2234-5BB3-93ED-72D6D53E8906}"/>
                    </a:ext>
                  </a:extLst>
                </p:cNvPr>
                <p:cNvPicPr/>
                <p:nvPr/>
              </p:nvPicPr>
              <p:blipFill>
                <a:blip r:embed="rId18"/>
                <a:stretch>
                  <a:fillRect/>
                </a:stretch>
              </p:blipFill>
              <p:spPr>
                <a:xfrm>
                  <a:off x="7982015" y="6078133"/>
                  <a:ext cx="26496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8580BDFC-3031-46A6-2FEE-AB9B853D7C2D}"/>
                    </a:ext>
                  </a:extLst>
                </p14:cNvPr>
                <p14:cNvContentPartPr/>
                <p14:nvPr/>
              </p14:nvContentPartPr>
              <p14:xfrm>
                <a:off x="7598975" y="5855653"/>
                <a:ext cx="711360" cy="611280"/>
              </p14:xfrm>
            </p:contentPart>
          </mc:Choice>
          <mc:Fallback xmlns="">
            <p:pic>
              <p:nvPicPr>
                <p:cNvPr id="17" name="Ink 16">
                  <a:extLst>
                    <a:ext uri="{FF2B5EF4-FFF2-40B4-BE49-F238E27FC236}">
                      <a16:creationId xmlns:a16="http://schemas.microsoft.com/office/drawing/2014/main" id="{8580BDFC-3031-46A6-2FEE-AB9B853D7C2D}"/>
                    </a:ext>
                  </a:extLst>
                </p:cNvPr>
                <p:cNvPicPr/>
                <p:nvPr/>
              </p:nvPicPr>
              <p:blipFill>
                <a:blip r:embed="rId20"/>
                <a:stretch>
                  <a:fillRect/>
                </a:stretch>
              </p:blipFill>
              <p:spPr>
                <a:xfrm>
                  <a:off x="7581335" y="5837653"/>
                  <a:ext cx="747000" cy="646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8" name="Ink 17">
                  <a:extLst>
                    <a:ext uri="{FF2B5EF4-FFF2-40B4-BE49-F238E27FC236}">
                      <a16:creationId xmlns:a16="http://schemas.microsoft.com/office/drawing/2014/main" id="{9139B89E-850A-8C4E-2B8E-AD77C59014B4}"/>
                    </a:ext>
                  </a:extLst>
                </p14:cNvPr>
                <p14:cNvContentPartPr/>
                <p14:nvPr/>
              </p14:nvContentPartPr>
              <p14:xfrm>
                <a:off x="8340215" y="2048653"/>
                <a:ext cx="208440" cy="3646440"/>
              </p14:xfrm>
            </p:contentPart>
          </mc:Choice>
          <mc:Fallback xmlns="">
            <p:pic>
              <p:nvPicPr>
                <p:cNvPr id="18" name="Ink 17">
                  <a:extLst>
                    <a:ext uri="{FF2B5EF4-FFF2-40B4-BE49-F238E27FC236}">
                      <a16:creationId xmlns:a16="http://schemas.microsoft.com/office/drawing/2014/main" id="{9139B89E-850A-8C4E-2B8E-AD77C59014B4}"/>
                    </a:ext>
                  </a:extLst>
                </p:cNvPr>
                <p:cNvPicPr/>
                <p:nvPr/>
              </p:nvPicPr>
              <p:blipFill>
                <a:blip r:embed="rId22"/>
                <a:stretch>
                  <a:fillRect/>
                </a:stretch>
              </p:blipFill>
              <p:spPr>
                <a:xfrm>
                  <a:off x="8322215" y="2031013"/>
                  <a:ext cx="244080" cy="3682080"/>
                </a:xfrm>
                <a:prstGeom prst="rect">
                  <a:avLst/>
                </a:prstGeom>
              </p:spPr>
            </p:pic>
          </mc:Fallback>
        </mc:AlternateContent>
      </p:grpSp>
      <p:grpSp>
        <p:nvGrpSpPr>
          <p:cNvPr id="54" name="Group 53">
            <a:extLst>
              <a:ext uri="{FF2B5EF4-FFF2-40B4-BE49-F238E27FC236}">
                <a16:creationId xmlns:a16="http://schemas.microsoft.com/office/drawing/2014/main" id="{135DC0DE-D800-AD48-DD2B-85BCC6BA0764}"/>
              </a:ext>
            </a:extLst>
          </p:cNvPr>
          <p:cNvGrpSpPr/>
          <p:nvPr/>
        </p:nvGrpSpPr>
        <p:grpSpPr>
          <a:xfrm>
            <a:off x="10261175" y="2102293"/>
            <a:ext cx="651600" cy="4490280"/>
            <a:chOff x="10261175" y="2102293"/>
            <a:chExt cx="651600" cy="4490280"/>
          </a:xfrm>
        </p:grpSpPr>
        <mc:AlternateContent xmlns:mc="http://schemas.openxmlformats.org/markup-compatibility/2006" xmlns:p14="http://schemas.microsoft.com/office/powerpoint/2010/main">
          <mc:Choice Requires="p14">
            <p:contentPart p14:bwMode="auto" r:id="rId23">
              <p14:nvContentPartPr>
                <p14:cNvPr id="24" name="Ink 23">
                  <a:extLst>
                    <a:ext uri="{FF2B5EF4-FFF2-40B4-BE49-F238E27FC236}">
                      <a16:creationId xmlns:a16="http://schemas.microsoft.com/office/drawing/2014/main" id="{05497BEB-37AB-34DD-8F0B-B49963FA7FEE}"/>
                    </a:ext>
                  </a:extLst>
                </p14:cNvPr>
                <p14:cNvContentPartPr/>
                <p14:nvPr/>
              </p14:nvContentPartPr>
              <p14:xfrm>
                <a:off x="10261175" y="6095773"/>
                <a:ext cx="397440" cy="243000"/>
              </p14:xfrm>
            </p:contentPart>
          </mc:Choice>
          <mc:Fallback xmlns="">
            <p:pic>
              <p:nvPicPr>
                <p:cNvPr id="24" name="Ink 23">
                  <a:extLst>
                    <a:ext uri="{FF2B5EF4-FFF2-40B4-BE49-F238E27FC236}">
                      <a16:creationId xmlns:a16="http://schemas.microsoft.com/office/drawing/2014/main" id="{05497BEB-37AB-34DD-8F0B-B49963FA7FEE}"/>
                    </a:ext>
                  </a:extLst>
                </p:cNvPr>
                <p:cNvPicPr/>
                <p:nvPr/>
              </p:nvPicPr>
              <p:blipFill>
                <a:blip r:embed="rId24"/>
                <a:stretch>
                  <a:fillRect/>
                </a:stretch>
              </p:blipFill>
              <p:spPr>
                <a:xfrm>
                  <a:off x="10243175" y="6077773"/>
                  <a:ext cx="43308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0" name="Ink 29">
                  <a:extLst>
                    <a:ext uri="{FF2B5EF4-FFF2-40B4-BE49-F238E27FC236}">
                      <a16:creationId xmlns:a16="http://schemas.microsoft.com/office/drawing/2014/main" id="{185449C4-B6C5-B527-4305-28CAA91708C8}"/>
                    </a:ext>
                  </a:extLst>
                </p14:cNvPr>
                <p14:cNvContentPartPr/>
                <p14:nvPr/>
              </p14:nvContentPartPr>
              <p14:xfrm>
                <a:off x="10539455" y="6127813"/>
                <a:ext cx="33840" cy="451800"/>
              </p14:xfrm>
            </p:contentPart>
          </mc:Choice>
          <mc:Fallback xmlns="">
            <p:pic>
              <p:nvPicPr>
                <p:cNvPr id="30" name="Ink 29">
                  <a:extLst>
                    <a:ext uri="{FF2B5EF4-FFF2-40B4-BE49-F238E27FC236}">
                      <a16:creationId xmlns:a16="http://schemas.microsoft.com/office/drawing/2014/main" id="{185449C4-B6C5-B527-4305-28CAA91708C8}"/>
                    </a:ext>
                  </a:extLst>
                </p:cNvPr>
                <p:cNvPicPr/>
                <p:nvPr/>
              </p:nvPicPr>
              <p:blipFill>
                <a:blip r:embed="rId26"/>
                <a:stretch>
                  <a:fillRect/>
                </a:stretch>
              </p:blipFill>
              <p:spPr>
                <a:xfrm>
                  <a:off x="10521815" y="6109813"/>
                  <a:ext cx="69480" cy="487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5" name="Ink 44">
                  <a:extLst>
                    <a:ext uri="{FF2B5EF4-FFF2-40B4-BE49-F238E27FC236}">
                      <a16:creationId xmlns:a16="http://schemas.microsoft.com/office/drawing/2014/main" id="{4C77FF50-AB8E-2804-922A-E9E01BE5437D}"/>
                    </a:ext>
                  </a:extLst>
                </p14:cNvPr>
                <p14:cNvContentPartPr/>
                <p14:nvPr/>
              </p14:nvContentPartPr>
              <p14:xfrm>
                <a:off x="10280255" y="6063373"/>
                <a:ext cx="487080" cy="529200"/>
              </p14:xfrm>
            </p:contentPart>
          </mc:Choice>
          <mc:Fallback xmlns="">
            <p:pic>
              <p:nvPicPr>
                <p:cNvPr id="45" name="Ink 44">
                  <a:extLst>
                    <a:ext uri="{FF2B5EF4-FFF2-40B4-BE49-F238E27FC236}">
                      <a16:creationId xmlns:a16="http://schemas.microsoft.com/office/drawing/2014/main" id="{4C77FF50-AB8E-2804-922A-E9E01BE5437D}"/>
                    </a:ext>
                  </a:extLst>
                </p:cNvPr>
                <p:cNvPicPr/>
                <p:nvPr/>
              </p:nvPicPr>
              <p:blipFill>
                <a:blip r:embed="rId28"/>
                <a:stretch>
                  <a:fillRect/>
                </a:stretch>
              </p:blipFill>
              <p:spPr>
                <a:xfrm>
                  <a:off x="10262255" y="6045733"/>
                  <a:ext cx="522720" cy="564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9" name="Ink 48">
                  <a:extLst>
                    <a:ext uri="{FF2B5EF4-FFF2-40B4-BE49-F238E27FC236}">
                      <a16:creationId xmlns:a16="http://schemas.microsoft.com/office/drawing/2014/main" id="{ABA1DAEF-354B-E62F-2853-9313753B6E41}"/>
                    </a:ext>
                  </a:extLst>
                </p14:cNvPr>
                <p14:cNvContentPartPr/>
                <p14:nvPr/>
              </p14:nvContentPartPr>
              <p14:xfrm>
                <a:off x="10667255" y="2102293"/>
                <a:ext cx="245520" cy="3512880"/>
              </p14:xfrm>
            </p:contentPart>
          </mc:Choice>
          <mc:Fallback xmlns="">
            <p:pic>
              <p:nvPicPr>
                <p:cNvPr id="49" name="Ink 48">
                  <a:extLst>
                    <a:ext uri="{FF2B5EF4-FFF2-40B4-BE49-F238E27FC236}">
                      <a16:creationId xmlns:a16="http://schemas.microsoft.com/office/drawing/2014/main" id="{ABA1DAEF-354B-E62F-2853-9313753B6E41}"/>
                    </a:ext>
                  </a:extLst>
                </p:cNvPr>
                <p:cNvPicPr/>
                <p:nvPr/>
              </p:nvPicPr>
              <p:blipFill>
                <a:blip r:embed="rId30"/>
                <a:stretch>
                  <a:fillRect/>
                </a:stretch>
              </p:blipFill>
              <p:spPr>
                <a:xfrm>
                  <a:off x="10649255" y="2084653"/>
                  <a:ext cx="281160" cy="3548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59" name="Ink 58">
                <a:extLst>
                  <a:ext uri="{FF2B5EF4-FFF2-40B4-BE49-F238E27FC236}">
                    <a16:creationId xmlns:a16="http://schemas.microsoft.com/office/drawing/2014/main" id="{459A4D89-D41F-ED76-1E8E-E8763245FE08}"/>
                  </a:ext>
                </a:extLst>
              </p14:cNvPr>
              <p14:cNvContentPartPr/>
              <p14:nvPr/>
            </p14:nvContentPartPr>
            <p14:xfrm>
              <a:off x="2951735" y="6946453"/>
              <a:ext cx="360" cy="360"/>
            </p14:xfrm>
          </p:contentPart>
        </mc:Choice>
        <mc:Fallback xmlns="">
          <p:pic>
            <p:nvPicPr>
              <p:cNvPr id="59" name="Ink 58">
                <a:extLst>
                  <a:ext uri="{FF2B5EF4-FFF2-40B4-BE49-F238E27FC236}">
                    <a16:creationId xmlns:a16="http://schemas.microsoft.com/office/drawing/2014/main" id="{459A4D89-D41F-ED76-1E8E-E8763245FE08}"/>
                  </a:ext>
                </a:extLst>
              </p:cNvPr>
              <p:cNvPicPr/>
              <p:nvPr/>
            </p:nvPicPr>
            <p:blipFill>
              <a:blip r:embed="rId32"/>
              <a:stretch>
                <a:fillRect/>
              </a:stretch>
            </p:blipFill>
            <p:spPr>
              <a:xfrm>
                <a:off x="2933735" y="692845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0" name="Ink 59">
                <a:extLst>
                  <a:ext uri="{FF2B5EF4-FFF2-40B4-BE49-F238E27FC236}">
                    <a16:creationId xmlns:a16="http://schemas.microsoft.com/office/drawing/2014/main" id="{AC968381-A5F5-BA55-5E68-49E5783FE0C3}"/>
                  </a:ext>
                </a:extLst>
              </p14:cNvPr>
              <p14:cNvContentPartPr/>
              <p14:nvPr/>
            </p14:nvContentPartPr>
            <p14:xfrm>
              <a:off x="2211215" y="1955299"/>
              <a:ext cx="213120" cy="3659400"/>
            </p14:xfrm>
          </p:contentPart>
        </mc:Choice>
        <mc:Fallback xmlns="">
          <p:pic>
            <p:nvPicPr>
              <p:cNvPr id="60" name="Ink 59">
                <a:extLst>
                  <a:ext uri="{FF2B5EF4-FFF2-40B4-BE49-F238E27FC236}">
                    <a16:creationId xmlns:a16="http://schemas.microsoft.com/office/drawing/2014/main" id="{AC968381-A5F5-BA55-5E68-49E5783FE0C3}"/>
                  </a:ext>
                </a:extLst>
              </p:cNvPr>
              <p:cNvPicPr/>
              <p:nvPr/>
            </p:nvPicPr>
            <p:blipFill>
              <a:blip r:embed="rId34"/>
              <a:stretch>
                <a:fillRect/>
              </a:stretch>
            </p:blipFill>
            <p:spPr>
              <a:xfrm>
                <a:off x="2193575" y="1937659"/>
                <a:ext cx="248760" cy="3695040"/>
              </a:xfrm>
              <a:prstGeom prst="rect">
                <a:avLst/>
              </a:prstGeom>
            </p:spPr>
          </p:pic>
        </mc:Fallback>
      </mc:AlternateContent>
      <p:grpSp>
        <p:nvGrpSpPr>
          <p:cNvPr id="63" name="Group 62">
            <a:extLst>
              <a:ext uri="{FF2B5EF4-FFF2-40B4-BE49-F238E27FC236}">
                <a16:creationId xmlns:a16="http://schemas.microsoft.com/office/drawing/2014/main" id="{5EF63367-B7E0-26AA-8779-F898869A8476}"/>
              </a:ext>
            </a:extLst>
          </p:cNvPr>
          <p:cNvGrpSpPr/>
          <p:nvPr/>
        </p:nvGrpSpPr>
        <p:grpSpPr>
          <a:xfrm>
            <a:off x="1827095" y="6004219"/>
            <a:ext cx="533160" cy="544320"/>
            <a:chOff x="1827095" y="6004219"/>
            <a:chExt cx="533160" cy="544320"/>
          </a:xfrm>
        </p:grpSpPr>
        <mc:AlternateContent xmlns:mc="http://schemas.openxmlformats.org/markup-compatibility/2006" xmlns:p14="http://schemas.microsoft.com/office/powerpoint/2010/main">
          <mc:Choice Requires="p14">
            <p:contentPart p14:bwMode="auto" r:id="rId35">
              <p14:nvContentPartPr>
                <p14:cNvPr id="61" name="Ink 60">
                  <a:extLst>
                    <a:ext uri="{FF2B5EF4-FFF2-40B4-BE49-F238E27FC236}">
                      <a16:creationId xmlns:a16="http://schemas.microsoft.com/office/drawing/2014/main" id="{FD9B5E3D-0F92-7F3B-4A43-8F8FD601FD06}"/>
                    </a:ext>
                  </a:extLst>
                </p14:cNvPr>
                <p14:cNvContentPartPr/>
                <p14:nvPr/>
              </p14:nvContentPartPr>
              <p14:xfrm>
                <a:off x="1957775" y="6160099"/>
                <a:ext cx="241560" cy="305640"/>
              </p14:xfrm>
            </p:contentPart>
          </mc:Choice>
          <mc:Fallback xmlns="">
            <p:pic>
              <p:nvPicPr>
                <p:cNvPr id="61" name="Ink 60">
                  <a:extLst>
                    <a:ext uri="{FF2B5EF4-FFF2-40B4-BE49-F238E27FC236}">
                      <a16:creationId xmlns:a16="http://schemas.microsoft.com/office/drawing/2014/main" id="{FD9B5E3D-0F92-7F3B-4A43-8F8FD601FD06}"/>
                    </a:ext>
                  </a:extLst>
                </p:cNvPr>
                <p:cNvPicPr/>
                <p:nvPr/>
              </p:nvPicPr>
              <p:blipFill>
                <a:blip r:embed="rId36"/>
                <a:stretch>
                  <a:fillRect/>
                </a:stretch>
              </p:blipFill>
              <p:spPr>
                <a:xfrm>
                  <a:off x="1940135" y="6142459"/>
                  <a:ext cx="27720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2" name="Ink 61">
                  <a:extLst>
                    <a:ext uri="{FF2B5EF4-FFF2-40B4-BE49-F238E27FC236}">
                      <a16:creationId xmlns:a16="http://schemas.microsoft.com/office/drawing/2014/main" id="{D6628423-5125-9EC3-7156-0C3F39470117}"/>
                    </a:ext>
                  </a:extLst>
                </p14:cNvPr>
                <p14:cNvContentPartPr/>
                <p14:nvPr/>
              </p14:nvContentPartPr>
              <p14:xfrm>
                <a:off x="1827095" y="6004219"/>
                <a:ext cx="533160" cy="544320"/>
              </p14:xfrm>
            </p:contentPart>
          </mc:Choice>
          <mc:Fallback xmlns="">
            <p:pic>
              <p:nvPicPr>
                <p:cNvPr id="62" name="Ink 61">
                  <a:extLst>
                    <a:ext uri="{FF2B5EF4-FFF2-40B4-BE49-F238E27FC236}">
                      <a16:creationId xmlns:a16="http://schemas.microsoft.com/office/drawing/2014/main" id="{D6628423-5125-9EC3-7156-0C3F39470117}"/>
                    </a:ext>
                  </a:extLst>
                </p:cNvPr>
                <p:cNvPicPr/>
                <p:nvPr/>
              </p:nvPicPr>
              <p:blipFill>
                <a:blip r:embed="rId38"/>
                <a:stretch>
                  <a:fillRect/>
                </a:stretch>
              </p:blipFill>
              <p:spPr>
                <a:xfrm>
                  <a:off x="1809455" y="5986579"/>
                  <a:ext cx="568800" cy="579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64" name="Ink 63">
                <a:extLst>
                  <a:ext uri="{FF2B5EF4-FFF2-40B4-BE49-F238E27FC236}">
                    <a16:creationId xmlns:a16="http://schemas.microsoft.com/office/drawing/2014/main" id="{3B1CF822-2EF2-A026-BE4C-45F655479096}"/>
                  </a:ext>
                </a:extLst>
              </p14:cNvPr>
              <p14:cNvContentPartPr/>
              <p14:nvPr/>
            </p14:nvContentPartPr>
            <p14:xfrm>
              <a:off x="4634375" y="1857739"/>
              <a:ext cx="338400" cy="3789000"/>
            </p14:xfrm>
          </p:contentPart>
        </mc:Choice>
        <mc:Fallback xmlns="">
          <p:pic>
            <p:nvPicPr>
              <p:cNvPr id="64" name="Ink 63">
                <a:extLst>
                  <a:ext uri="{FF2B5EF4-FFF2-40B4-BE49-F238E27FC236}">
                    <a16:creationId xmlns:a16="http://schemas.microsoft.com/office/drawing/2014/main" id="{3B1CF822-2EF2-A026-BE4C-45F655479096}"/>
                  </a:ext>
                </a:extLst>
              </p:cNvPr>
              <p:cNvPicPr/>
              <p:nvPr/>
            </p:nvPicPr>
            <p:blipFill>
              <a:blip r:embed="rId40"/>
              <a:stretch>
                <a:fillRect/>
              </a:stretch>
            </p:blipFill>
            <p:spPr>
              <a:xfrm>
                <a:off x="4616735" y="1840099"/>
                <a:ext cx="374040" cy="3824640"/>
              </a:xfrm>
              <a:prstGeom prst="rect">
                <a:avLst/>
              </a:prstGeom>
            </p:spPr>
          </p:pic>
        </mc:Fallback>
      </mc:AlternateContent>
      <p:grpSp>
        <p:nvGrpSpPr>
          <p:cNvPr id="67" name="Group 66">
            <a:extLst>
              <a:ext uri="{FF2B5EF4-FFF2-40B4-BE49-F238E27FC236}">
                <a16:creationId xmlns:a16="http://schemas.microsoft.com/office/drawing/2014/main" id="{53974F6C-F82B-0C6D-644D-3F8354AF81EA}"/>
              </a:ext>
            </a:extLst>
          </p:cNvPr>
          <p:cNvGrpSpPr/>
          <p:nvPr/>
        </p:nvGrpSpPr>
        <p:grpSpPr>
          <a:xfrm>
            <a:off x="4058375" y="6048139"/>
            <a:ext cx="578160" cy="481680"/>
            <a:chOff x="4058375" y="6048139"/>
            <a:chExt cx="578160" cy="481680"/>
          </a:xfrm>
        </p:grpSpPr>
        <mc:AlternateContent xmlns:mc="http://schemas.openxmlformats.org/markup-compatibility/2006" xmlns:p14="http://schemas.microsoft.com/office/powerpoint/2010/main">
          <mc:Choice Requires="p14">
            <p:contentPart p14:bwMode="auto" r:id="rId41">
              <p14:nvContentPartPr>
                <p14:cNvPr id="65" name="Ink 64">
                  <a:extLst>
                    <a:ext uri="{FF2B5EF4-FFF2-40B4-BE49-F238E27FC236}">
                      <a16:creationId xmlns:a16="http://schemas.microsoft.com/office/drawing/2014/main" id="{C192A814-CE8E-F802-E570-61AFA10A00BB}"/>
                    </a:ext>
                  </a:extLst>
                </p14:cNvPr>
                <p14:cNvContentPartPr/>
                <p14:nvPr/>
              </p14:nvContentPartPr>
              <p14:xfrm>
                <a:off x="4318655" y="6192139"/>
                <a:ext cx="189000" cy="210960"/>
              </p14:xfrm>
            </p:contentPart>
          </mc:Choice>
          <mc:Fallback xmlns="">
            <p:pic>
              <p:nvPicPr>
                <p:cNvPr id="65" name="Ink 64">
                  <a:extLst>
                    <a:ext uri="{FF2B5EF4-FFF2-40B4-BE49-F238E27FC236}">
                      <a16:creationId xmlns:a16="http://schemas.microsoft.com/office/drawing/2014/main" id="{C192A814-CE8E-F802-E570-61AFA10A00BB}"/>
                    </a:ext>
                  </a:extLst>
                </p:cNvPr>
                <p:cNvPicPr/>
                <p:nvPr/>
              </p:nvPicPr>
              <p:blipFill>
                <a:blip r:embed="rId42"/>
                <a:stretch>
                  <a:fillRect/>
                </a:stretch>
              </p:blipFill>
              <p:spPr>
                <a:xfrm>
                  <a:off x="4301015" y="6174499"/>
                  <a:ext cx="22464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6" name="Ink 65">
                  <a:extLst>
                    <a:ext uri="{FF2B5EF4-FFF2-40B4-BE49-F238E27FC236}">
                      <a16:creationId xmlns:a16="http://schemas.microsoft.com/office/drawing/2014/main" id="{5C4FEF03-B109-2955-FCDB-F37050623BA7}"/>
                    </a:ext>
                  </a:extLst>
                </p14:cNvPr>
                <p14:cNvContentPartPr/>
                <p14:nvPr/>
              </p14:nvContentPartPr>
              <p14:xfrm>
                <a:off x="4058375" y="6048139"/>
                <a:ext cx="578160" cy="481680"/>
              </p14:xfrm>
            </p:contentPart>
          </mc:Choice>
          <mc:Fallback xmlns="">
            <p:pic>
              <p:nvPicPr>
                <p:cNvPr id="66" name="Ink 65">
                  <a:extLst>
                    <a:ext uri="{FF2B5EF4-FFF2-40B4-BE49-F238E27FC236}">
                      <a16:creationId xmlns:a16="http://schemas.microsoft.com/office/drawing/2014/main" id="{5C4FEF03-B109-2955-FCDB-F37050623BA7}"/>
                    </a:ext>
                  </a:extLst>
                </p:cNvPr>
                <p:cNvPicPr/>
                <p:nvPr/>
              </p:nvPicPr>
              <p:blipFill>
                <a:blip r:embed="rId44"/>
                <a:stretch>
                  <a:fillRect/>
                </a:stretch>
              </p:blipFill>
              <p:spPr>
                <a:xfrm>
                  <a:off x="4040735" y="6030139"/>
                  <a:ext cx="613800" cy="517320"/>
                </a:xfrm>
                <a:prstGeom prst="rect">
                  <a:avLst/>
                </a:prstGeom>
              </p:spPr>
            </p:pic>
          </mc:Fallback>
        </mc:AlternateContent>
      </p:grpSp>
      <p:grpSp>
        <p:nvGrpSpPr>
          <p:cNvPr id="73" name="Group 72">
            <a:extLst>
              <a:ext uri="{FF2B5EF4-FFF2-40B4-BE49-F238E27FC236}">
                <a16:creationId xmlns:a16="http://schemas.microsoft.com/office/drawing/2014/main" id="{F5ADB743-2A0E-9F5A-BEB4-CBCEEA795325}"/>
              </a:ext>
            </a:extLst>
          </p:cNvPr>
          <p:cNvGrpSpPr/>
          <p:nvPr/>
        </p:nvGrpSpPr>
        <p:grpSpPr>
          <a:xfrm>
            <a:off x="6577655" y="2068339"/>
            <a:ext cx="825120" cy="4397760"/>
            <a:chOff x="6577655" y="2068339"/>
            <a:chExt cx="825120" cy="4397760"/>
          </a:xfrm>
        </p:grpSpPr>
        <mc:AlternateContent xmlns:mc="http://schemas.openxmlformats.org/markup-compatibility/2006" xmlns:p14="http://schemas.microsoft.com/office/powerpoint/2010/main">
          <mc:Choice Requires="p14">
            <p:contentPart p14:bwMode="auto" r:id="rId45">
              <p14:nvContentPartPr>
                <p14:cNvPr id="68" name="Ink 67">
                  <a:extLst>
                    <a:ext uri="{FF2B5EF4-FFF2-40B4-BE49-F238E27FC236}">
                      <a16:creationId xmlns:a16="http://schemas.microsoft.com/office/drawing/2014/main" id="{FCFE38DE-421C-716A-05A0-C75F77D41763}"/>
                    </a:ext>
                  </a:extLst>
                </p14:cNvPr>
                <p14:cNvContentPartPr/>
                <p14:nvPr/>
              </p14:nvContentPartPr>
              <p14:xfrm>
                <a:off x="7122335" y="2068339"/>
                <a:ext cx="280440" cy="3626280"/>
              </p14:xfrm>
            </p:contentPart>
          </mc:Choice>
          <mc:Fallback xmlns="">
            <p:pic>
              <p:nvPicPr>
                <p:cNvPr id="68" name="Ink 67">
                  <a:extLst>
                    <a:ext uri="{FF2B5EF4-FFF2-40B4-BE49-F238E27FC236}">
                      <a16:creationId xmlns:a16="http://schemas.microsoft.com/office/drawing/2014/main" id="{FCFE38DE-421C-716A-05A0-C75F77D41763}"/>
                    </a:ext>
                  </a:extLst>
                </p:cNvPr>
                <p:cNvPicPr/>
                <p:nvPr/>
              </p:nvPicPr>
              <p:blipFill>
                <a:blip r:embed="rId46"/>
                <a:stretch>
                  <a:fillRect/>
                </a:stretch>
              </p:blipFill>
              <p:spPr>
                <a:xfrm>
                  <a:off x="7104695" y="2050699"/>
                  <a:ext cx="316080" cy="36619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9" name="Ink 68">
                  <a:extLst>
                    <a:ext uri="{FF2B5EF4-FFF2-40B4-BE49-F238E27FC236}">
                      <a16:creationId xmlns:a16="http://schemas.microsoft.com/office/drawing/2014/main" id="{76EBF610-DBB1-7932-0493-9FD033A70F7F}"/>
                    </a:ext>
                  </a:extLst>
                </p14:cNvPr>
                <p14:cNvContentPartPr/>
                <p14:nvPr/>
              </p14:nvContentPartPr>
              <p14:xfrm>
                <a:off x="6689615" y="6127339"/>
                <a:ext cx="246240" cy="319320"/>
              </p14:xfrm>
            </p:contentPart>
          </mc:Choice>
          <mc:Fallback xmlns="">
            <p:pic>
              <p:nvPicPr>
                <p:cNvPr id="69" name="Ink 68">
                  <a:extLst>
                    <a:ext uri="{FF2B5EF4-FFF2-40B4-BE49-F238E27FC236}">
                      <a16:creationId xmlns:a16="http://schemas.microsoft.com/office/drawing/2014/main" id="{76EBF610-DBB1-7932-0493-9FD033A70F7F}"/>
                    </a:ext>
                  </a:extLst>
                </p:cNvPr>
                <p:cNvPicPr/>
                <p:nvPr/>
              </p:nvPicPr>
              <p:blipFill>
                <a:blip r:embed="rId48"/>
                <a:stretch>
                  <a:fillRect/>
                </a:stretch>
              </p:blipFill>
              <p:spPr>
                <a:xfrm>
                  <a:off x="6671615" y="6109339"/>
                  <a:ext cx="28188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70" name="Ink 69">
                  <a:extLst>
                    <a:ext uri="{FF2B5EF4-FFF2-40B4-BE49-F238E27FC236}">
                      <a16:creationId xmlns:a16="http://schemas.microsoft.com/office/drawing/2014/main" id="{3EAAEF03-927B-BAD8-0583-4F9381B2E19C}"/>
                    </a:ext>
                  </a:extLst>
                </p14:cNvPr>
                <p14:cNvContentPartPr/>
                <p14:nvPr/>
              </p14:nvContentPartPr>
              <p14:xfrm>
                <a:off x="6849455" y="6313459"/>
                <a:ext cx="153000" cy="39240"/>
              </p14:xfrm>
            </p:contentPart>
          </mc:Choice>
          <mc:Fallback xmlns="">
            <p:pic>
              <p:nvPicPr>
                <p:cNvPr id="70" name="Ink 69">
                  <a:extLst>
                    <a:ext uri="{FF2B5EF4-FFF2-40B4-BE49-F238E27FC236}">
                      <a16:creationId xmlns:a16="http://schemas.microsoft.com/office/drawing/2014/main" id="{3EAAEF03-927B-BAD8-0583-4F9381B2E19C}"/>
                    </a:ext>
                  </a:extLst>
                </p:cNvPr>
                <p:cNvPicPr/>
                <p:nvPr/>
              </p:nvPicPr>
              <p:blipFill>
                <a:blip r:embed="rId50"/>
                <a:stretch>
                  <a:fillRect/>
                </a:stretch>
              </p:blipFill>
              <p:spPr>
                <a:xfrm>
                  <a:off x="6831815" y="6295819"/>
                  <a:ext cx="1886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71" name="Ink 70">
                  <a:extLst>
                    <a:ext uri="{FF2B5EF4-FFF2-40B4-BE49-F238E27FC236}">
                      <a16:creationId xmlns:a16="http://schemas.microsoft.com/office/drawing/2014/main" id="{CA1056F6-276F-7A7C-2742-6E62033C0862}"/>
                    </a:ext>
                  </a:extLst>
                </p14:cNvPr>
                <p14:cNvContentPartPr/>
                <p14:nvPr/>
              </p14:nvContentPartPr>
              <p14:xfrm>
                <a:off x="6577655" y="5903059"/>
                <a:ext cx="563400" cy="563040"/>
              </p14:xfrm>
            </p:contentPart>
          </mc:Choice>
          <mc:Fallback xmlns="">
            <p:pic>
              <p:nvPicPr>
                <p:cNvPr id="71" name="Ink 70">
                  <a:extLst>
                    <a:ext uri="{FF2B5EF4-FFF2-40B4-BE49-F238E27FC236}">
                      <a16:creationId xmlns:a16="http://schemas.microsoft.com/office/drawing/2014/main" id="{CA1056F6-276F-7A7C-2742-6E62033C0862}"/>
                    </a:ext>
                  </a:extLst>
                </p:cNvPr>
                <p:cNvPicPr/>
                <p:nvPr/>
              </p:nvPicPr>
              <p:blipFill>
                <a:blip r:embed="rId52"/>
                <a:stretch>
                  <a:fillRect/>
                </a:stretch>
              </p:blipFill>
              <p:spPr>
                <a:xfrm>
                  <a:off x="6560015" y="5885419"/>
                  <a:ext cx="599040" cy="598680"/>
                </a:xfrm>
                <a:prstGeom prst="rect">
                  <a:avLst/>
                </a:prstGeom>
              </p:spPr>
            </p:pic>
          </mc:Fallback>
        </mc:AlternateContent>
      </p:grpSp>
      <p:grpSp>
        <p:nvGrpSpPr>
          <p:cNvPr id="78" name="Group 77">
            <a:extLst>
              <a:ext uri="{FF2B5EF4-FFF2-40B4-BE49-F238E27FC236}">
                <a16:creationId xmlns:a16="http://schemas.microsoft.com/office/drawing/2014/main" id="{4797FA54-E211-367B-A32B-47CF0638297D}"/>
              </a:ext>
            </a:extLst>
          </p:cNvPr>
          <p:cNvGrpSpPr/>
          <p:nvPr/>
        </p:nvGrpSpPr>
        <p:grpSpPr>
          <a:xfrm>
            <a:off x="8853215" y="2035219"/>
            <a:ext cx="1062720" cy="4512960"/>
            <a:chOff x="8853215" y="2035219"/>
            <a:chExt cx="1062720" cy="4512960"/>
          </a:xfrm>
        </p:grpSpPr>
        <mc:AlternateContent xmlns:mc="http://schemas.openxmlformats.org/markup-compatibility/2006" xmlns:p14="http://schemas.microsoft.com/office/powerpoint/2010/main">
          <mc:Choice Requires="p14">
            <p:contentPart p14:bwMode="auto" r:id="rId53">
              <p14:nvContentPartPr>
                <p14:cNvPr id="74" name="Ink 73">
                  <a:extLst>
                    <a:ext uri="{FF2B5EF4-FFF2-40B4-BE49-F238E27FC236}">
                      <a16:creationId xmlns:a16="http://schemas.microsoft.com/office/drawing/2014/main" id="{0D476C01-DD49-7A01-49F5-53B77AE92033}"/>
                    </a:ext>
                  </a:extLst>
                </p14:cNvPr>
                <p14:cNvContentPartPr/>
                <p14:nvPr/>
              </p14:nvContentPartPr>
              <p14:xfrm>
                <a:off x="9059495" y="6096019"/>
                <a:ext cx="261360" cy="257400"/>
              </p14:xfrm>
            </p:contentPart>
          </mc:Choice>
          <mc:Fallback xmlns="">
            <p:pic>
              <p:nvPicPr>
                <p:cNvPr id="74" name="Ink 73">
                  <a:extLst>
                    <a:ext uri="{FF2B5EF4-FFF2-40B4-BE49-F238E27FC236}">
                      <a16:creationId xmlns:a16="http://schemas.microsoft.com/office/drawing/2014/main" id="{0D476C01-DD49-7A01-49F5-53B77AE92033}"/>
                    </a:ext>
                  </a:extLst>
                </p:cNvPr>
                <p:cNvPicPr/>
                <p:nvPr/>
              </p:nvPicPr>
              <p:blipFill>
                <a:blip r:embed="rId54"/>
                <a:stretch>
                  <a:fillRect/>
                </a:stretch>
              </p:blipFill>
              <p:spPr>
                <a:xfrm>
                  <a:off x="9041495" y="6078019"/>
                  <a:ext cx="29700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5" name="Ink 74">
                  <a:extLst>
                    <a:ext uri="{FF2B5EF4-FFF2-40B4-BE49-F238E27FC236}">
                      <a16:creationId xmlns:a16="http://schemas.microsoft.com/office/drawing/2014/main" id="{87D8EF17-57EC-3736-785F-DE7D25788053}"/>
                    </a:ext>
                  </a:extLst>
                </p14:cNvPr>
                <p14:cNvContentPartPr/>
                <p14:nvPr/>
              </p14:nvContentPartPr>
              <p14:xfrm>
                <a:off x="8853215" y="5982619"/>
                <a:ext cx="597600" cy="565560"/>
              </p14:xfrm>
            </p:contentPart>
          </mc:Choice>
          <mc:Fallback xmlns="">
            <p:pic>
              <p:nvPicPr>
                <p:cNvPr id="75" name="Ink 74">
                  <a:extLst>
                    <a:ext uri="{FF2B5EF4-FFF2-40B4-BE49-F238E27FC236}">
                      <a16:creationId xmlns:a16="http://schemas.microsoft.com/office/drawing/2014/main" id="{87D8EF17-57EC-3736-785F-DE7D25788053}"/>
                    </a:ext>
                  </a:extLst>
                </p:cNvPr>
                <p:cNvPicPr/>
                <p:nvPr/>
              </p:nvPicPr>
              <p:blipFill>
                <a:blip r:embed="rId56"/>
                <a:stretch>
                  <a:fillRect/>
                </a:stretch>
              </p:blipFill>
              <p:spPr>
                <a:xfrm>
                  <a:off x="8835215" y="5964619"/>
                  <a:ext cx="633240" cy="6012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7" name="Ink 76">
                  <a:extLst>
                    <a:ext uri="{FF2B5EF4-FFF2-40B4-BE49-F238E27FC236}">
                      <a16:creationId xmlns:a16="http://schemas.microsoft.com/office/drawing/2014/main" id="{9BFC89CF-6E96-46F1-9B44-1AD655AA33F4}"/>
                    </a:ext>
                  </a:extLst>
                </p14:cNvPr>
                <p14:cNvContentPartPr/>
                <p14:nvPr/>
              </p14:nvContentPartPr>
              <p14:xfrm>
                <a:off x="9582215" y="2035219"/>
                <a:ext cx="333720" cy="3659400"/>
              </p14:xfrm>
            </p:contentPart>
          </mc:Choice>
          <mc:Fallback xmlns="">
            <p:pic>
              <p:nvPicPr>
                <p:cNvPr id="77" name="Ink 76">
                  <a:extLst>
                    <a:ext uri="{FF2B5EF4-FFF2-40B4-BE49-F238E27FC236}">
                      <a16:creationId xmlns:a16="http://schemas.microsoft.com/office/drawing/2014/main" id="{9BFC89CF-6E96-46F1-9B44-1AD655AA33F4}"/>
                    </a:ext>
                  </a:extLst>
                </p:cNvPr>
                <p:cNvPicPr/>
                <p:nvPr/>
              </p:nvPicPr>
              <p:blipFill>
                <a:blip r:embed="rId58"/>
                <a:stretch>
                  <a:fillRect/>
                </a:stretch>
              </p:blipFill>
              <p:spPr>
                <a:xfrm>
                  <a:off x="9564215" y="2017579"/>
                  <a:ext cx="369360" cy="3695040"/>
                </a:xfrm>
                <a:prstGeom prst="rect">
                  <a:avLst/>
                </a:prstGeom>
              </p:spPr>
            </p:pic>
          </mc:Fallback>
        </mc:AlternateContent>
      </p:grpSp>
    </p:spTree>
    <p:extLst>
      <p:ext uri="{BB962C8B-B14F-4D97-AF65-F5344CB8AC3E}">
        <p14:creationId xmlns:p14="http://schemas.microsoft.com/office/powerpoint/2010/main" val="2454711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48B8A4-9707-C8CF-F1F5-23A5E99FD76E}"/>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Initial Permutation</a:t>
            </a:r>
          </a:p>
        </p:txBody>
      </p:sp>
      <p:pic>
        <p:nvPicPr>
          <p:cNvPr id="5" name="Content Placeholder 4">
            <a:extLst>
              <a:ext uri="{FF2B5EF4-FFF2-40B4-BE49-F238E27FC236}">
                <a16:creationId xmlns:a16="http://schemas.microsoft.com/office/drawing/2014/main" id="{8374F0F2-7208-3681-C817-DB19A470554B}"/>
              </a:ext>
            </a:extLst>
          </p:cNvPr>
          <p:cNvPicPr>
            <a:picLocks noGrp="1" noChangeAspect="1"/>
          </p:cNvPicPr>
          <p:nvPr>
            <p:ph idx="1"/>
          </p:nvPr>
        </p:nvPicPr>
        <p:blipFill>
          <a:blip r:embed="rId2"/>
          <a:stretch>
            <a:fillRect/>
          </a:stretch>
        </p:blipFill>
        <p:spPr>
          <a:xfrm>
            <a:off x="5081855" y="643466"/>
            <a:ext cx="6171621" cy="5568739"/>
          </a:xfrm>
          <a:prstGeom prst="rect">
            <a:avLst/>
          </a:prstGeom>
        </p:spPr>
      </p:pic>
    </p:spTree>
    <p:extLst>
      <p:ext uri="{BB962C8B-B14F-4D97-AF65-F5344CB8AC3E}">
        <p14:creationId xmlns:p14="http://schemas.microsoft.com/office/powerpoint/2010/main" val="3861394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EA7F7-EAD4-5E64-CD6B-D4734EDE793A}"/>
              </a:ext>
            </a:extLst>
          </p:cNvPr>
          <p:cNvSpPr>
            <a:spLocks noGrp="1"/>
          </p:cNvSpPr>
          <p:nvPr>
            <p:ph type="title"/>
          </p:nvPr>
        </p:nvSpPr>
        <p:spPr/>
        <p:txBody>
          <a:bodyPr/>
          <a:lstStyle/>
          <a:p>
            <a:r>
              <a:rPr lang="en-GB" dirty="0"/>
              <a:t>Meaning</a:t>
            </a:r>
          </a:p>
        </p:txBody>
      </p:sp>
      <p:pic>
        <p:nvPicPr>
          <p:cNvPr id="5" name="Picture 4">
            <a:extLst>
              <a:ext uri="{FF2B5EF4-FFF2-40B4-BE49-F238E27FC236}">
                <a16:creationId xmlns:a16="http://schemas.microsoft.com/office/drawing/2014/main" id="{124C5523-D2C0-665D-207F-DD1DD2D808EA}"/>
              </a:ext>
            </a:extLst>
          </p:cNvPr>
          <p:cNvPicPr>
            <a:picLocks noChangeAspect="1"/>
          </p:cNvPicPr>
          <p:nvPr/>
        </p:nvPicPr>
        <p:blipFill>
          <a:blip r:embed="rId2"/>
          <a:stretch>
            <a:fillRect/>
          </a:stretch>
        </p:blipFill>
        <p:spPr>
          <a:xfrm>
            <a:off x="0" y="2170258"/>
            <a:ext cx="5939215" cy="3076300"/>
          </a:xfrm>
          <a:prstGeom prst="rect">
            <a:avLst/>
          </a:prstGeom>
        </p:spPr>
      </p:pic>
      <p:pic>
        <p:nvPicPr>
          <p:cNvPr id="9" name="Picture 8">
            <a:extLst>
              <a:ext uri="{FF2B5EF4-FFF2-40B4-BE49-F238E27FC236}">
                <a16:creationId xmlns:a16="http://schemas.microsoft.com/office/drawing/2014/main" id="{68D7239E-DCD9-E34B-D969-2740D4C50CD7}"/>
              </a:ext>
            </a:extLst>
          </p:cNvPr>
          <p:cNvPicPr>
            <a:picLocks noChangeAspect="1"/>
          </p:cNvPicPr>
          <p:nvPr/>
        </p:nvPicPr>
        <p:blipFill>
          <a:blip r:embed="rId3"/>
          <a:stretch>
            <a:fillRect/>
          </a:stretch>
        </p:blipFill>
        <p:spPr>
          <a:xfrm>
            <a:off x="6387314" y="2170258"/>
            <a:ext cx="5804686" cy="3076300"/>
          </a:xfrm>
          <a:prstGeom prst="rect">
            <a:avLst/>
          </a:prstGeom>
        </p:spPr>
      </p:pic>
      <p:cxnSp>
        <p:nvCxnSpPr>
          <p:cNvPr id="11" name="Straight Connector 10">
            <a:extLst>
              <a:ext uri="{FF2B5EF4-FFF2-40B4-BE49-F238E27FC236}">
                <a16:creationId xmlns:a16="http://schemas.microsoft.com/office/drawing/2014/main" id="{689F80AA-FD8A-299F-A506-CE51B2D449B7}"/>
              </a:ext>
            </a:extLst>
          </p:cNvPr>
          <p:cNvCxnSpPr/>
          <p:nvPr/>
        </p:nvCxnSpPr>
        <p:spPr>
          <a:xfrm>
            <a:off x="6096000" y="1993692"/>
            <a:ext cx="0" cy="3657600"/>
          </a:xfrm>
          <a:prstGeom prst="line">
            <a:avLst/>
          </a:prstGeom>
          <a:ln w="381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416554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CF4009-D314-9A58-E0A5-138A948DE235}"/>
              </a:ext>
            </a:extLst>
          </p:cNvPr>
          <p:cNvSpPr>
            <a:spLocks noGrp="1"/>
          </p:cNvSpPr>
          <p:nvPr>
            <p:ph type="title"/>
          </p:nvPr>
        </p:nvSpPr>
        <p:spPr>
          <a:xfrm>
            <a:off x="717422" y="1967265"/>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Single round DES</a:t>
            </a:r>
          </a:p>
        </p:txBody>
      </p:sp>
      <p:pic>
        <p:nvPicPr>
          <p:cNvPr id="5" name="Content Placeholder 4">
            <a:extLst>
              <a:ext uri="{FF2B5EF4-FFF2-40B4-BE49-F238E27FC236}">
                <a16:creationId xmlns:a16="http://schemas.microsoft.com/office/drawing/2014/main" id="{4A6383E4-E279-CF00-338B-44C2BCBCD0B4}"/>
              </a:ext>
            </a:extLst>
          </p:cNvPr>
          <p:cNvPicPr>
            <a:picLocks noGrp="1" noChangeAspect="1"/>
          </p:cNvPicPr>
          <p:nvPr>
            <p:ph idx="1"/>
          </p:nvPr>
        </p:nvPicPr>
        <p:blipFill>
          <a:blip r:embed="rId2"/>
          <a:stretch>
            <a:fillRect/>
          </a:stretch>
        </p:blipFill>
        <p:spPr>
          <a:xfrm>
            <a:off x="3840238" y="720599"/>
            <a:ext cx="7951306" cy="54864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2508480" y="498600"/>
              <a:ext cx="1504080" cy="2067480"/>
            </p14:xfrm>
          </p:contentPart>
        </mc:Choice>
        <mc:Fallback xmlns="">
          <p:pic>
            <p:nvPicPr>
              <p:cNvPr id="3" name="Ink 2"/>
              <p:cNvPicPr/>
              <p:nvPr/>
            </p:nvPicPr>
            <p:blipFill>
              <a:blip r:embed="rId4"/>
              <a:stretch>
                <a:fillRect/>
              </a:stretch>
            </p:blipFill>
            <p:spPr>
              <a:xfrm>
                <a:off x="2499120" y="489240"/>
                <a:ext cx="1522800" cy="2086200"/>
              </a:xfrm>
              <a:prstGeom prst="rect">
                <a:avLst/>
              </a:prstGeom>
            </p:spPr>
          </p:pic>
        </mc:Fallback>
      </mc:AlternateContent>
    </p:spTree>
    <p:extLst>
      <p:ext uri="{BB962C8B-B14F-4D97-AF65-F5344CB8AC3E}">
        <p14:creationId xmlns:p14="http://schemas.microsoft.com/office/powerpoint/2010/main" val="1004864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F68FA3-7FFA-11E9-7D80-32618D482EC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Expansion Permutation</a:t>
            </a:r>
          </a:p>
        </p:txBody>
      </p:sp>
      <p:pic>
        <p:nvPicPr>
          <p:cNvPr id="5" name="Content Placeholder 4">
            <a:extLst>
              <a:ext uri="{FF2B5EF4-FFF2-40B4-BE49-F238E27FC236}">
                <a16:creationId xmlns:a16="http://schemas.microsoft.com/office/drawing/2014/main" id="{C3C2C7D1-A5BB-74CC-F911-B671F50A8925}"/>
              </a:ext>
            </a:extLst>
          </p:cNvPr>
          <p:cNvPicPr>
            <a:picLocks noGrp="1" noChangeAspect="1"/>
          </p:cNvPicPr>
          <p:nvPr>
            <p:ph idx="1"/>
          </p:nvPr>
        </p:nvPicPr>
        <p:blipFill>
          <a:blip r:embed="rId2"/>
          <a:stretch>
            <a:fillRect/>
          </a:stretch>
        </p:blipFill>
        <p:spPr>
          <a:xfrm>
            <a:off x="4777316" y="1231270"/>
            <a:ext cx="6780700" cy="4393130"/>
          </a:xfrm>
          <a:prstGeom prst="rect">
            <a:avLst/>
          </a:prstGeom>
        </p:spPr>
      </p:pic>
    </p:spTree>
    <p:extLst>
      <p:ext uri="{BB962C8B-B14F-4D97-AF65-F5344CB8AC3E}">
        <p14:creationId xmlns:p14="http://schemas.microsoft.com/office/powerpoint/2010/main" val="78749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227053-A286-2DB8-780E-22D72BAB6FF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F(R, K)</a:t>
            </a:r>
          </a:p>
        </p:txBody>
      </p:sp>
      <p:pic>
        <p:nvPicPr>
          <p:cNvPr id="5" name="Content Placeholder 4">
            <a:extLst>
              <a:ext uri="{FF2B5EF4-FFF2-40B4-BE49-F238E27FC236}">
                <a16:creationId xmlns:a16="http://schemas.microsoft.com/office/drawing/2014/main" id="{7DAB0F6C-A538-7FCE-5A25-DF308B8CD31F}"/>
              </a:ext>
            </a:extLst>
          </p:cNvPr>
          <p:cNvPicPr>
            <a:picLocks noGrp="1" noChangeAspect="1"/>
          </p:cNvPicPr>
          <p:nvPr>
            <p:ph idx="1"/>
          </p:nvPr>
        </p:nvPicPr>
        <p:blipFill>
          <a:blip r:embed="rId2"/>
          <a:stretch>
            <a:fillRect/>
          </a:stretch>
        </p:blipFill>
        <p:spPr>
          <a:xfrm>
            <a:off x="3431322" y="363511"/>
            <a:ext cx="8634460" cy="6130977"/>
          </a:xfrm>
          <a:prstGeom prst="rect">
            <a:avLst/>
          </a:prstGeom>
        </p:spPr>
      </p:pic>
    </p:spTree>
    <p:extLst>
      <p:ext uri="{BB962C8B-B14F-4D97-AF65-F5344CB8AC3E}">
        <p14:creationId xmlns:p14="http://schemas.microsoft.com/office/powerpoint/2010/main" val="39397773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B342A0-959E-6A8D-87D5-182E5E34D240}"/>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S-boxes</a:t>
            </a:r>
          </a:p>
        </p:txBody>
      </p:sp>
      <p:pic>
        <p:nvPicPr>
          <p:cNvPr id="5" name="Content Placeholder 4">
            <a:extLst>
              <a:ext uri="{FF2B5EF4-FFF2-40B4-BE49-F238E27FC236}">
                <a16:creationId xmlns:a16="http://schemas.microsoft.com/office/drawing/2014/main" id="{B140F57A-09D5-A388-50B5-B372CB3E49D2}"/>
              </a:ext>
            </a:extLst>
          </p:cNvPr>
          <p:cNvPicPr>
            <a:picLocks noGrp="1" noChangeAspect="1"/>
          </p:cNvPicPr>
          <p:nvPr>
            <p:ph idx="1"/>
          </p:nvPr>
        </p:nvPicPr>
        <p:blipFill>
          <a:blip r:embed="rId3"/>
          <a:stretch>
            <a:fillRect/>
          </a:stretch>
        </p:blipFill>
        <p:spPr>
          <a:xfrm>
            <a:off x="3657600" y="348522"/>
            <a:ext cx="8353841" cy="6160956"/>
          </a:xfrm>
          <a:prstGeom prst="rect">
            <a:avLst/>
          </a:prstGeom>
        </p:spPr>
      </p:pic>
    </p:spTree>
    <p:extLst>
      <p:ext uri="{BB962C8B-B14F-4D97-AF65-F5344CB8AC3E}">
        <p14:creationId xmlns:p14="http://schemas.microsoft.com/office/powerpoint/2010/main" val="3947442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B71BF6-D0F5-4D4F-103A-8A7E71FC9321}"/>
            </a:ext>
          </a:extLst>
        </p:cNvPr>
        <p:cNvGrpSpPr/>
        <p:nvPr/>
      </p:nvGrpSpPr>
      <p:grpSpPr>
        <a:xfrm>
          <a:off x="0" y="0"/>
          <a:ext cx="0" cy="0"/>
          <a:chOff x="0" y="0"/>
          <a:chExt cx="0" cy="0"/>
        </a:xfrm>
      </p:grpSpPr>
      <p:sp>
        <p:nvSpPr>
          <p:cNvPr id="10" name="Down Arrow 7">
            <a:extLst>
              <a:ext uri="{FF2B5EF4-FFF2-40B4-BE49-F238E27FC236}">
                <a16:creationId xmlns:a16="http://schemas.microsoft.com/office/drawing/2014/main" id="{D3762462-010F-542D-82E7-8A93104AC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F41795-F296-BC5D-61E1-7353AB0FD61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S-boxes</a:t>
            </a:r>
          </a:p>
        </p:txBody>
      </p:sp>
      <p:sp>
        <p:nvSpPr>
          <p:cNvPr id="4" name="Content Placeholder 3">
            <a:extLst>
              <a:ext uri="{FF2B5EF4-FFF2-40B4-BE49-F238E27FC236}">
                <a16:creationId xmlns:a16="http://schemas.microsoft.com/office/drawing/2014/main" id="{3F135AE7-AF09-2018-9FE4-DD400607A3D3}"/>
              </a:ext>
            </a:extLst>
          </p:cNvPr>
          <p:cNvSpPr>
            <a:spLocks noGrp="1"/>
          </p:cNvSpPr>
          <p:nvPr>
            <p:ph idx="1"/>
          </p:nvPr>
        </p:nvSpPr>
        <p:spPr/>
        <p:txBody>
          <a:bodyPr/>
          <a:lstStyle/>
          <a:p>
            <a:endParaRPr lang="en-GB"/>
          </a:p>
        </p:txBody>
      </p:sp>
      <p:pic>
        <p:nvPicPr>
          <p:cNvPr id="7" name="Picture 6">
            <a:extLst>
              <a:ext uri="{FF2B5EF4-FFF2-40B4-BE49-F238E27FC236}">
                <a16:creationId xmlns:a16="http://schemas.microsoft.com/office/drawing/2014/main" id="{AEF00D56-0931-CF01-102B-A63C9E6FFFDA}"/>
              </a:ext>
            </a:extLst>
          </p:cNvPr>
          <p:cNvPicPr>
            <a:picLocks noChangeAspect="1"/>
          </p:cNvPicPr>
          <p:nvPr/>
        </p:nvPicPr>
        <p:blipFill>
          <a:blip r:embed="rId2"/>
          <a:stretch>
            <a:fillRect/>
          </a:stretch>
        </p:blipFill>
        <p:spPr>
          <a:xfrm>
            <a:off x="3657600" y="295674"/>
            <a:ext cx="8414757" cy="6266652"/>
          </a:xfrm>
          <a:prstGeom prst="rect">
            <a:avLst/>
          </a:prstGeom>
        </p:spPr>
      </p:pic>
    </p:spTree>
    <p:extLst>
      <p:ext uri="{BB962C8B-B14F-4D97-AF65-F5344CB8AC3E}">
        <p14:creationId xmlns:p14="http://schemas.microsoft.com/office/powerpoint/2010/main" val="136722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205AB-A3C3-E52F-0DF7-F9E92E12C3E2}"/>
              </a:ext>
            </a:extLst>
          </p:cNvPr>
          <p:cNvSpPr>
            <a:spLocks noGrp="1"/>
          </p:cNvSpPr>
          <p:nvPr>
            <p:ph type="title"/>
          </p:nvPr>
        </p:nvSpPr>
        <p:spPr/>
        <p:txBody>
          <a:bodyPr/>
          <a:lstStyle/>
          <a:p>
            <a:r>
              <a:rPr lang="en-GB" dirty="0"/>
              <a:t>Key modification</a:t>
            </a:r>
          </a:p>
        </p:txBody>
      </p:sp>
      <p:sp>
        <p:nvSpPr>
          <p:cNvPr id="3" name="Content Placeholder 2">
            <a:extLst>
              <a:ext uri="{FF2B5EF4-FFF2-40B4-BE49-F238E27FC236}">
                <a16:creationId xmlns:a16="http://schemas.microsoft.com/office/drawing/2014/main" id="{B0B1549F-EE39-7A30-0D21-C3D2FAF9CAF2}"/>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3E7215F4-577A-A398-BEDE-0DCB5E6088E8}"/>
              </a:ext>
            </a:extLst>
          </p:cNvPr>
          <p:cNvPicPr>
            <a:picLocks noChangeAspect="1"/>
          </p:cNvPicPr>
          <p:nvPr/>
        </p:nvPicPr>
        <p:blipFill>
          <a:blip r:embed="rId2"/>
          <a:stretch>
            <a:fillRect/>
          </a:stretch>
        </p:blipFill>
        <p:spPr>
          <a:xfrm>
            <a:off x="699146" y="1690688"/>
            <a:ext cx="10793707" cy="4522051"/>
          </a:xfrm>
          <a:prstGeom prst="rect">
            <a:avLst/>
          </a:prstGeom>
        </p:spPr>
      </p:pic>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0C6A8F9A-255F-75D7-7169-6F71E26F1C63}"/>
                  </a:ext>
                </a:extLst>
              </p14:cNvPr>
              <p14:cNvContentPartPr/>
              <p14:nvPr/>
            </p14:nvContentPartPr>
            <p14:xfrm>
              <a:off x="2279186" y="2558906"/>
              <a:ext cx="81000" cy="3259080"/>
            </p14:xfrm>
          </p:contentPart>
        </mc:Choice>
        <mc:Fallback xmlns="">
          <p:pic>
            <p:nvPicPr>
              <p:cNvPr id="20" name="Ink 19">
                <a:extLst>
                  <a:ext uri="{FF2B5EF4-FFF2-40B4-BE49-F238E27FC236}">
                    <a16:creationId xmlns:a16="http://schemas.microsoft.com/office/drawing/2014/main" id="{0C6A8F9A-255F-75D7-7169-6F71E26F1C63}"/>
                  </a:ext>
                </a:extLst>
              </p:cNvPr>
              <p:cNvPicPr/>
              <p:nvPr/>
            </p:nvPicPr>
            <p:blipFill>
              <a:blip r:embed="rId4"/>
              <a:stretch>
                <a:fillRect/>
              </a:stretch>
            </p:blipFill>
            <p:spPr>
              <a:xfrm>
                <a:off x="2261546" y="2541266"/>
                <a:ext cx="116640" cy="3294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1" name="Ink 20">
                <a:extLst>
                  <a:ext uri="{FF2B5EF4-FFF2-40B4-BE49-F238E27FC236}">
                    <a16:creationId xmlns:a16="http://schemas.microsoft.com/office/drawing/2014/main" id="{D1DE7B98-77F2-1B49-0E30-5688553CE814}"/>
                  </a:ext>
                </a:extLst>
              </p14:cNvPr>
              <p14:cNvContentPartPr/>
              <p14:nvPr/>
            </p14:nvContentPartPr>
            <p14:xfrm>
              <a:off x="2194586" y="4293386"/>
              <a:ext cx="273960" cy="234000"/>
            </p14:xfrm>
          </p:contentPart>
        </mc:Choice>
        <mc:Fallback xmlns="">
          <p:pic>
            <p:nvPicPr>
              <p:cNvPr id="21" name="Ink 20">
                <a:extLst>
                  <a:ext uri="{FF2B5EF4-FFF2-40B4-BE49-F238E27FC236}">
                    <a16:creationId xmlns:a16="http://schemas.microsoft.com/office/drawing/2014/main" id="{D1DE7B98-77F2-1B49-0E30-5688553CE814}"/>
                  </a:ext>
                </a:extLst>
              </p:cNvPr>
              <p:cNvPicPr/>
              <p:nvPr/>
            </p:nvPicPr>
            <p:blipFill>
              <a:blip r:embed="rId6"/>
              <a:stretch>
                <a:fillRect/>
              </a:stretch>
            </p:blipFill>
            <p:spPr>
              <a:xfrm>
                <a:off x="2176586" y="4275746"/>
                <a:ext cx="309600" cy="269640"/>
              </a:xfrm>
              <a:prstGeom prst="rect">
                <a:avLst/>
              </a:prstGeom>
            </p:spPr>
          </p:pic>
        </mc:Fallback>
      </mc:AlternateContent>
      <p:grpSp>
        <p:nvGrpSpPr>
          <p:cNvPr id="27" name="Group 26">
            <a:extLst>
              <a:ext uri="{FF2B5EF4-FFF2-40B4-BE49-F238E27FC236}">
                <a16:creationId xmlns:a16="http://schemas.microsoft.com/office/drawing/2014/main" id="{5DCD61C4-FEE8-FA0A-7080-334988C492E1}"/>
              </a:ext>
            </a:extLst>
          </p:cNvPr>
          <p:cNvGrpSpPr/>
          <p:nvPr/>
        </p:nvGrpSpPr>
        <p:grpSpPr>
          <a:xfrm>
            <a:off x="2345426" y="2610746"/>
            <a:ext cx="623880" cy="3205800"/>
            <a:chOff x="2345426" y="2610746"/>
            <a:chExt cx="623880" cy="3205800"/>
          </a:xfrm>
        </p:grpSpPr>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2250148C-E1EC-D8F2-BB4E-88C6BB1DB2BD}"/>
                    </a:ext>
                  </a:extLst>
                </p14:cNvPr>
                <p14:cNvContentPartPr/>
                <p14:nvPr/>
              </p14:nvContentPartPr>
              <p14:xfrm>
                <a:off x="2345426" y="2610746"/>
                <a:ext cx="623880" cy="3205800"/>
              </p14:xfrm>
            </p:contentPart>
          </mc:Choice>
          <mc:Fallback xmlns="">
            <p:pic>
              <p:nvPicPr>
                <p:cNvPr id="25" name="Ink 24">
                  <a:extLst>
                    <a:ext uri="{FF2B5EF4-FFF2-40B4-BE49-F238E27FC236}">
                      <a16:creationId xmlns:a16="http://schemas.microsoft.com/office/drawing/2014/main" id="{2250148C-E1EC-D8F2-BB4E-88C6BB1DB2BD}"/>
                    </a:ext>
                  </a:extLst>
                </p:cNvPr>
                <p:cNvPicPr/>
                <p:nvPr/>
              </p:nvPicPr>
              <p:blipFill>
                <a:blip r:embed="rId8"/>
                <a:stretch>
                  <a:fillRect/>
                </a:stretch>
              </p:blipFill>
              <p:spPr>
                <a:xfrm>
                  <a:off x="2327426" y="2592746"/>
                  <a:ext cx="659520" cy="3241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6" name="Ink 25">
                  <a:extLst>
                    <a:ext uri="{FF2B5EF4-FFF2-40B4-BE49-F238E27FC236}">
                      <a16:creationId xmlns:a16="http://schemas.microsoft.com/office/drawing/2014/main" id="{BEEDC749-E845-3071-6E31-19ACB41D2DCA}"/>
                    </a:ext>
                  </a:extLst>
                </p14:cNvPr>
                <p14:cNvContentPartPr/>
                <p14:nvPr/>
              </p14:nvContentPartPr>
              <p14:xfrm>
                <a:off x="2583746" y="4280426"/>
                <a:ext cx="211320" cy="215640"/>
              </p14:xfrm>
            </p:contentPart>
          </mc:Choice>
          <mc:Fallback xmlns="">
            <p:pic>
              <p:nvPicPr>
                <p:cNvPr id="26" name="Ink 25">
                  <a:extLst>
                    <a:ext uri="{FF2B5EF4-FFF2-40B4-BE49-F238E27FC236}">
                      <a16:creationId xmlns:a16="http://schemas.microsoft.com/office/drawing/2014/main" id="{BEEDC749-E845-3071-6E31-19ACB41D2DCA}"/>
                    </a:ext>
                  </a:extLst>
                </p:cNvPr>
                <p:cNvPicPr/>
                <p:nvPr/>
              </p:nvPicPr>
              <p:blipFill>
                <a:blip r:embed="rId10"/>
                <a:stretch>
                  <a:fillRect/>
                </a:stretch>
              </p:blipFill>
              <p:spPr>
                <a:xfrm>
                  <a:off x="2566106" y="4262786"/>
                  <a:ext cx="246960" cy="251280"/>
                </a:xfrm>
                <a:prstGeom prst="rect">
                  <a:avLst/>
                </a:prstGeom>
              </p:spPr>
            </p:pic>
          </mc:Fallback>
        </mc:AlternateContent>
      </p:grpSp>
      <p:grpSp>
        <p:nvGrpSpPr>
          <p:cNvPr id="33" name="Group 32">
            <a:extLst>
              <a:ext uri="{FF2B5EF4-FFF2-40B4-BE49-F238E27FC236}">
                <a16:creationId xmlns:a16="http://schemas.microsoft.com/office/drawing/2014/main" id="{8FDAFE28-E021-CCB2-0BD3-2B1B0943D25A}"/>
              </a:ext>
            </a:extLst>
          </p:cNvPr>
          <p:cNvGrpSpPr/>
          <p:nvPr/>
        </p:nvGrpSpPr>
        <p:grpSpPr>
          <a:xfrm>
            <a:off x="5804306" y="4399226"/>
            <a:ext cx="330120" cy="1485000"/>
            <a:chOff x="5804306" y="4399226"/>
            <a:chExt cx="330120" cy="1485000"/>
          </a:xfrm>
        </p:grpSpPr>
        <mc:AlternateContent xmlns:mc="http://schemas.openxmlformats.org/markup-compatibility/2006" xmlns:p14="http://schemas.microsoft.com/office/powerpoint/2010/main">
          <mc:Choice Requires="p14">
            <p:contentPart p14:bwMode="auto" r:id="rId11">
              <p14:nvContentPartPr>
                <p14:cNvPr id="31" name="Ink 30">
                  <a:extLst>
                    <a:ext uri="{FF2B5EF4-FFF2-40B4-BE49-F238E27FC236}">
                      <a16:creationId xmlns:a16="http://schemas.microsoft.com/office/drawing/2014/main" id="{91FB76EB-D319-5540-F470-F5592B63E01E}"/>
                    </a:ext>
                  </a:extLst>
                </p14:cNvPr>
                <p14:cNvContentPartPr/>
                <p14:nvPr/>
              </p14:nvContentPartPr>
              <p14:xfrm>
                <a:off x="5896826" y="4414346"/>
                <a:ext cx="67320" cy="1469880"/>
              </p14:xfrm>
            </p:contentPart>
          </mc:Choice>
          <mc:Fallback xmlns="">
            <p:pic>
              <p:nvPicPr>
                <p:cNvPr id="31" name="Ink 30">
                  <a:extLst>
                    <a:ext uri="{FF2B5EF4-FFF2-40B4-BE49-F238E27FC236}">
                      <a16:creationId xmlns:a16="http://schemas.microsoft.com/office/drawing/2014/main" id="{91FB76EB-D319-5540-F470-F5592B63E01E}"/>
                    </a:ext>
                  </a:extLst>
                </p:cNvPr>
                <p:cNvPicPr/>
                <p:nvPr/>
              </p:nvPicPr>
              <p:blipFill>
                <a:blip r:embed="rId12"/>
                <a:stretch>
                  <a:fillRect/>
                </a:stretch>
              </p:blipFill>
              <p:spPr>
                <a:xfrm>
                  <a:off x="5879186" y="4396706"/>
                  <a:ext cx="102960" cy="1505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2" name="Ink 31">
                  <a:extLst>
                    <a:ext uri="{FF2B5EF4-FFF2-40B4-BE49-F238E27FC236}">
                      <a16:creationId xmlns:a16="http://schemas.microsoft.com/office/drawing/2014/main" id="{DE8531C3-4A4A-BDE1-5593-FE9A48AA58F8}"/>
                    </a:ext>
                  </a:extLst>
                </p14:cNvPr>
                <p14:cNvContentPartPr/>
                <p14:nvPr/>
              </p14:nvContentPartPr>
              <p14:xfrm>
                <a:off x="5804306" y="4399226"/>
                <a:ext cx="330120" cy="14040"/>
              </p14:xfrm>
            </p:contentPart>
          </mc:Choice>
          <mc:Fallback xmlns="">
            <p:pic>
              <p:nvPicPr>
                <p:cNvPr id="32" name="Ink 31">
                  <a:extLst>
                    <a:ext uri="{FF2B5EF4-FFF2-40B4-BE49-F238E27FC236}">
                      <a16:creationId xmlns:a16="http://schemas.microsoft.com/office/drawing/2014/main" id="{DE8531C3-4A4A-BDE1-5593-FE9A48AA58F8}"/>
                    </a:ext>
                  </a:extLst>
                </p:cNvPr>
                <p:cNvPicPr/>
                <p:nvPr/>
              </p:nvPicPr>
              <p:blipFill>
                <a:blip r:embed="rId14"/>
                <a:stretch>
                  <a:fillRect/>
                </a:stretch>
              </p:blipFill>
              <p:spPr>
                <a:xfrm>
                  <a:off x="5786666" y="4381226"/>
                  <a:ext cx="365760" cy="49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34" name="Ink 33">
                <a:extLst>
                  <a:ext uri="{FF2B5EF4-FFF2-40B4-BE49-F238E27FC236}">
                    <a16:creationId xmlns:a16="http://schemas.microsoft.com/office/drawing/2014/main" id="{264920D0-F83C-A6F6-4405-272BBACF8C95}"/>
                  </a:ext>
                </a:extLst>
              </p14:cNvPr>
              <p14:cNvContentPartPr/>
              <p14:nvPr/>
            </p14:nvContentPartPr>
            <p14:xfrm>
              <a:off x="5908706" y="5072066"/>
              <a:ext cx="167400" cy="156960"/>
            </p14:xfrm>
          </p:contentPart>
        </mc:Choice>
        <mc:Fallback xmlns="">
          <p:pic>
            <p:nvPicPr>
              <p:cNvPr id="34" name="Ink 33">
                <a:extLst>
                  <a:ext uri="{FF2B5EF4-FFF2-40B4-BE49-F238E27FC236}">
                    <a16:creationId xmlns:a16="http://schemas.microsoft.com/office/drawing/2014/main" id="{264920D0-F83C-A6F6-4405-272BBACF8C95}"/>
                  </a:ext>
                </a:extLst>
              </p:cNvPr>
              <p:cNvPicPr/>
              <p:nvPr/>
            </p:nvPicPr>
            <p:blipFill>
              <a:blip r:embed="rId16"/>
              <a:stretch>
                <a:fillRect/>
              </a:stretch>
            </p:blipFill>
            <p:spPr>
              <a:xfrm>
                <a:off x="5890706" y="5054066"/>
                <a:ext cx="203040" cy="192600"/>
              </a:xfrm>
              <a:prstGeom prst="rect">
                <a:avLst/>
              </a:prstGeom>
            </p:spPr>
          </p:pic>
        </mc:Fallback>
      </mc:AlternateContent>
      <p:grpSp>
        <p:nvGrpSpPr>
          <p:cNvPr id="36" name="Group 35">
            <a:extLst>
              <a:ext uri="{FF2B5EF4-FFF2-40B4-BE49-F238E27FC236}">
                <a16:creationId xmlns:a16="http://schemas.microsoft.com/office/drawing/2014/main" id="{070CD71E-EE22-67A3-DBE7-7963EFC24CB5}"/>
              </a:ext>
            </a:extLst>
          </p:cNvPr>
          <p:cNvGrpSpPr/>
          <p:nvPr/>
        </p:nvGrpSpPr>
        <p:grpSpPr>
          <a:xfrm>
            <a:off x="3463586" y="2466746"/>
            <a:ext cx="751320" cy="3364560"/>
            <a:chOff x="3463586" y="2466746"/>
            <a:chExt cx="751320" cy="3364560"/>
          </a:xfrm>
        </p:grpSpPr>
        <mc:AlternateContent xmlns:mc="http://schemas.openxmlformats.org/markup-compatibility/2006" xmlns:p14="http://schemas.microsoft.com/office/powerpoint/2010/main">
          <mc:Choice Requires="p14">
            <p:contentPart p14:bwMode="auto" r:id="rId17">
              <p14:nvContentPartPr>
                <p14:cNvPr id="22" name="Ink 21">
                  <a:extLst>
                    <a:ext uri="{FF2B5EF4-FFF2-40B4-BE49-F238E27FC236}">
                      <a16:creationId xmlns:a16="http://schemas.microsoft.com/office/drawing/2014/main" id="{CB8985CA-1502-20A2-1AA2-3FAEA2B61570}"/>
                    </a:ext>
                  </a:extLst>
                </p14:cNvPr>
                <p14:cNvContentPartPr/>
                <p14:nvPr/>
              </p14:nvContentPartPr>
              <p14:xfrm>
                <a:off x="3498506" y="2466746"/>
                <a:ext cx="93600" cy="3364560"/>
              </p14:xfrm>
            </p:contentPart>
          </mc:Choice>
          <mc:Fallback xmlns="">
            <p:pic>
              <p:nvPicPr>
                <p:cNvPr id="22" name="Ink 21">
                  <a:extLst>
                    <a:ext uri="{FF2B5EF4-FFF2-40B4-BE49-F238E27FC236}">
                      <a16:creationId xmlns:a16="http://schemas.microsoft.com/office/drawing/2014/main" id="{CB8985CA-1502-20A2-1AA2-3FAEA2B61570}"/>
                    </a:ext>
                  </a:extLst>
                </p:cNvPr>
                <p:cNvPicPr/>
                <p:nvPr/>
              </p:nvPicPr>
              <p:blipFill>
                <a:blip r:embed="rId18"/>
                <a:stretch>
                  <a:fillRect/>
                </a:stretch>
              </p:blipFill>
              <p:spPr>
                <a:xfrm>
                  <a:off x="3480506" y="2448746"/>
                  <a:ext cx="129240" cy="3400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DA7AFAFA-20D8-19DE-9CE6-8F9F4B63DCFF}"/>
                    </a:ext>
                  </a:extLst>
                </p14:cNvPr>
                <p14:cNvContentPartPr/>
                <p14:nvPr/>
              </p14:nvContentPartPr>
              <p14:xfrm>
                <a:off x="3463586" y="4134626"/>
                <a:ext cx="259200" cy="133200"/>
              </p14:xfrm>
            </p:contentPart>
          </mc:Choice>
          <mc:Fallback xmlns="">
            <p:pic>
              <p:nvPicPr>
                <p:cNvPr id="23" name="Ink 22">
                  <a:extLst>
                    <a:ext uri="{FF2B5EF4-FFF2-40B4-BE49-F238E27FC236}">
                      <a16:creationId xmlns:a16="http://schemas.microsoft.com/office/drawing/2014/main" id="{DA7AFAFA-20D8-19DE-9CE6-8F9F4B63DCFF}"/>
                    </a:ext>
                  </a:extLst>
                </p:cNvPr>
                <p:cNvPicPr/>
                <p:nvPr/>
              </p:nvPicPr>
              <p:blipFill>
                <a:blip r:embed="rId20"/>
                <a:stretch>
                  <a:fillRect/>
                </a:stretch>
              </p:blipFill>
              <p:spPr>
                <a:xfrm>
                  <a:off x="3445586" y="4116986"/>
                  <a:ext cx="29484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5" name="Ink 34">
                  <a:extLst>
                    <a:ext uri="{FF2B5EF4-FFF2-40B4-BE49-F238E27FC236}">
                      <a16:creationId xmlns:a16="http://schemas.microsoft.com/office/drawing/2014/main" id="{1657D195-B29E-7A6F-2B9A-E4AF8FB1A513}"/>
                    </a:ext>
                  </a:extLst>
                </p14:cNvPr>
                <p14:cNvContentPartPr/>
                <p14:nvPr/>
              </p14:nvContentPartPr>
              <p14:xfrm>
                <a:off x="3604706" y="2530826"/>
                <a:ext cx="610200" cy="3179520"/>
              </p14:xfrm>
            </p:contentPart>
          </mc:Choice>
          <mc:Fallback xmlns="">
            <p:pic>
              <p:nvPicPr>
                <p:cNvPr id="35" name="Ink 34">
                  <a:extLst>
                    <a:ext uri="{FF2B5EF4-FFF2-40B4-BE49-F238E27FC236}">
                      <a16:creationId xmlns:a16="http://schemas.microsoft.com/office/drawing/2014/main" id="{1657D195-B29E-7A6F-2B9A-E4AF8FB1A513}"/>
                    </a:ext>
                  </a:extLst>
                </p:cNvPr>
                <p:cNvPicPr/>
                <p:nvPr/>
              </p:nvPicPr>
              <p:blipFill>
                <a:blip r:embed="rId22"/>
                <a:stretch>
                  <a:fillRect/>
                </a:stretch>
              </p:blipFill>
              <p:spPr>
                <a:xfrm>
                  <a:off x="3586706" y="2513186"/>
                  <a:ext cx="645840" cy="3215160"/>
                </a:xfrm>
                <a:prstGeom prst="rect">
                  <a:avLst/>
                </a:prstGeom>
              </p:spPr>
            </p:pic>
          </mc:Fallback>
        </mc:AlternateContent>
      </p:grpSp>
      <p:grpSp>
        <p:nvGrpSpPr>
          <p:cNvPr id="38" name="Group 37">
            <a:extLst>
              <a:ext uri="{FF2B5EF4-FFF2-40B4-BE49-F238E27FC236}">
                <a16:creationId xmlns:a16="http://schemas.microsoft.com/office/drawing/2014/main" id="{680C660F-8E33-217C-79BC-00802BD27EF1}"/>
              </a:ext>
            </a:extLst>
          </p:cNvPr>
          <p:cNvGrpSpPr/>
          <p:nvPr/>
        </p:nvGrpSpPr>
        <p:grpSpPr>
          <a:xfrm>
            <a:off x="4678946" y="2453066"/>
            <a:ext cx="729000" cy="3404520"/>
            <a:chOff x="4678946" y="2453066"/>
            <a:chExt cx="729000" cy="3404520"/>
          </a:xfrm>
        </p:grpSpPr>
        <mc:AlternateContent xmlns:mc="http://schemas.openxmlformats.org/markup-compatibility/2006" xmlns:p14="http://schemas.microsoft.com/office/powerpoint/2010/main">
          <mc:Choice Requires="p14">
            <p:contentPart p14:bwMode="auto" r:id="rId23">
              <p14:nvContentPartPr>
                <p14:cNvPr id="28" name="Ink 27">
                  <a:extLst>
                    <a:ext uri="{FF2B5EF4-FFF2-40B4-BE49-F238E27FC236}">
                      <a16:creationId xmlns:a16="http://schemas.microsoft.com/office/drawing/2014/main" id="{5325A1F5-FA73-09D3-A878-366C146D73B7}"/>
                    </a:ext>
                  </a:extLst>
                </p14:cNvPr>
                <p14:cNvContentPartPr/>
                <p14:nvPr/>
              </p14:nvContentPartPr>
              <p14:xfrm>
                <a:off x="4731146" y="2453066"/>
                <a:ext cx="93960" cy="3404520"/>
              </p14:xfrm>
            </p:contentPart>
          </mc:Choice>
          <mc:Fallback xmlns="">
            <p:pic>
              <p:nvPicPr>
                <p:cNvPr id="28" name="Ink 27">
                  <a:extLst>
                    <a:ext uri="{FF2B5EF4-FFF2-40B4-BE49-F238E27FC236}">
                      <a16:creationId xmlns:a16="http://schemas.microsoft.com/office/drawing/2014/main" id="{5325A1F5-FA73-09D3-A878-366C146D73B7}"/>
                    </a:ext>
                  </a:extLst>
                </p:cNvPr>
                <p:cNvPicPr/>
                <p:nvPr/>
              </p:nvPicPr>
              <p:blipFill>
                <a:blip r:embed="rId24"/>
                <a:stretch>
                  <a:fillRect/>
                </a:stretch>
              </p:blipFill>
              <p:spPr>
                <a:xfrm>
                  <a:off x="4713146" y="2435066"/>
                  <a:ext cx="129600" cy="3440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9" name="Ink 28">
                  <a:extLst>
                    <a:ext uri="{FF2B5EF4-FFF2-40B4-BE49-F238E27FC236}">
                      <a16:creationId xmlns:a16="http://schemas.microsoft.com/office/drawing/2014/main" id="{05789CA0-9E47-08DD-C2BC-5B6ADD2E2CDD}"/>
                    </a:ext>
                  </a:extLst>
                </p14:cNvPr>
                <p14:cNvContentPartPr/>
                <p14:nvPr/>
              </p14:nvContentPartPr>
              <p14:xfrm>
                <a:off x="4678946" y="4122026"/>
                <a:ext cx="249120" cy="126000"/>
              </p14:xfrm>
            </p:contentPart>
          </mc:Choice>
          <mc:Fallback xmlns="">
            <p:pic>
              <p:nvPicPr>
                <p:cNvPr id="29" name="Ink 28">
                  <a:extLst>
                    <a:ext uri="{FF2B5EF4-FFF2-40B4-BE49-F238E27FC236}">
                      <a16:creationId xmlns:a16="http://schemas.microsoft.com/office/drawing/2014/main" id="{05789CA0-9E47-08DD-C2BC-5B6ADD2E2CDD}"/>
                    </a:ext>
                  </a:extLst>
                </p:cNvPr>
                <p:cNvPicPr/>
                <p:nvPr/>
              </p:nvPicPr>
              <p:blipFill>
                <a:blip r:embed="rId26"/>
                <a:stretch>
                  <a:fillRect/>
                </a:stretch>
              </p:blipFill>
              <p:spPr>
                <a:xfrm>
                  <a:off x="4661306" y="4104386"/>
                  <a:ext cx="2847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7" name="Ink 36">
                  <a:extLst>
                    <a:ext uri="{FF2B5EF4-FFF2-40B4-BE49-F238E27FC236}">
                      <a16:creationId xmlns:a16="http://schemas.microsoft.com/office/drawing/2014/main" id="{CA60D327-FF86-BDD7-A48F-B388914EB190}"/>
                    </a:ext>
                  </a:extLst>
                </p14:cNvPr>
                <p14:cNvContentPartPr/>
                <p14:nvPr/>
              </p14:nvContentPartPr>
              <p14:xfrm>
                <a:off x="4810346" y="2504546"/>
                <a:ext cx="597600" cy="3297960"/>
              </p14:xfrm>
            </p:contentPart>
          </mc:Choice>
          <mc:Fallback xmlns="">
            <p:pic>
              <p:nvPicPr>
                <p:cNvPr id="37" name="Ink 36">
                  <a:extLst>
                    <a:ext uri="{FF2B5EF4-FFF2-40B4-BE49-F238E27FC236}">
                      <a16:creationId xmlns:a16="http://schemas.microsoft.com/office/drawing/2014/main" id="{CA60D327-FF86-BDD7-A48F-B388914EB190}"/>
                    </a:ext>
                  </a:extLst>
                </p:cNvPr>
                <p:cNvPicPr/>
                <p:nvPr/>
              </p:nvPicPr>
              <p:blipFill>
                <a:blip r:embed="rId28"/>
                <a:stretch>
                  <a:fillRect/>
                </a:stretch>
              </p:blipFill>
              <p:spPr>
                <a:xfrm>
                  <a:off x="4792346" y="2486546"/>
                  <a:ext cx="633240" cy="3333600"/>
                </a:xfrm>
                <a:prstGeom prst="rect">
                  <a:avLst/>
                </a:prstGeom>
              </p:spPr>
            </p:pic>
          </mc:Fallback>
        </mc:AlternateContent>
      </p:grpSp>
      <p:grpSp>
        <p:nvGrpSpPr>
          <p:cNvPr id="41" name="Group 40">
            <a:extLst>
              <a:ext uri="{FF2B5EF4-FFF2-40B4-BE49-F238E27FC236}">
                <a16:creationId xmlns:a16="http://schemas.microsoft.com/office/drawing/2014/main" id="{093C36D4-132C-D5A6-7244-8F26CEAD3177}"/>
              </a:ext>
            </a:extLst>
          </p:cNvPr>
          <p:cNvGrpSpPr/>
          <p:nvPr/>
        </p:nvGrpSpPr>
        <p:grpSpPr>
          <a:xfrm>
            <a:off x="9413666" y="2453066"/>
            <a:ext cx="203760" cy="3391560"/>
            <a:chOff x="9413666" y="2453066"/>
            <a:chExt cx="203760" cy="3391560"/>
          </a:xfrm>
        </p:grpSpPr>
        <mc:AlternateContent xmlns:mc="http://schemas.openxmlformats.org/markup-compatibility/2006" xmlns:p14="http://schemas.microsoft.com/office/powerpoint/2010/main">
          <mc:Choice Requires="p14">
            <p:contentPart p14:bwMode="auto" r:id="rId29">
              <p14:nvContentPartPr>
                <p14:cNvPr id="39" name="Ink 38">
                  <a:extLst>
                    <a:ext uri="{FF2B5EF4-FFF2-40B4-BE49-F238E27FC236}">
                      <a16:creationId xmlns:a16="http://schemas.microsoft.com/office/drawing/2014/main" id="{3615DEF7-2570-639D-57CA-D2228DDED7DE}"/>
                    </a:ext>
                  </a:extLst>
                </p14:cNvPr>
                <p14:cNvContentPartPr/>
                <p14:nvPr/>
              </p14:nvContentPartPr>
              <p14:xfrm>
                <a:off x="9420146" y="2453066"/>
                <a:ext cx="96840" cy="3391560"/>
              </p14:xfrm>
            </p:contentPart>
          </mc:Choice>
          <mc:Fallback xmlns="">
            <p:pic>
              <p:nvPicPr>
                <p:cNvPr id="39" name="Ink 38">
                  <a:extLst>
                    <a:ext uri="{FF2B5EF4-FFF2-40B4-BE49-F238E27FC236}">
                      <a16:creationId xmlns:a16="http://schemas.microsoft.com/office/drawing/2014/main" id="{3615DEF7-2570-639D-57CA-D2228DDED7DE}"/>
                    </a:ext>
                  </a:extLst>
                </p:cNvPr>
                <p:cNvPicPr/>
                <p:nvPr/>
              </p:nvPicPr>
              <p:blipFill>
                <a:blip r:embed="rId30"/>
                <a:stretch>
                  <a:fillRect/>
                </a:stretch>
              </p:blipFill>
              <p:spPr>
                <a:xfrm>
                  <a:off x="9402506" y="2435066"/>
                  <a:ext cx="132480" cy="34272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0" name="Ink 39">
                  <a:extLst>
                    <a:ext uri="{FF2B5EF4-FFF2-40B4-BE49-F238E27FC236}">
                      <a16:creationId xmlns:a16="http://schemas.microsoft.com/office/drawing/2014/main" id="{C11AEB9F-2739-0E07-05AE-EB436AB0691D}"/>
                    </a:ext>
                  </a:extLst>
                </p14:cNvPr>
                <p14:cNvContentPartPr/>
                <p14:nvPr/>
              </p14:nvContentPartPr>
              <p14:xfrm>
                <a:off x="9413666" y="3710546"/>
                <a:ext cx="203760" cy="225000"/>
              </p14:xfrm>
            </p:contentPart>
          </mc:Choice>
          <mc:Fallback xmlns="">
            <p:pic>
              <p:nvPicPr>
                <p:cNvPr id="40" name="Ink 39">
                  <a:extLst>
                    <a:ext uri="{FF2B5EF4-FFF2-40B4-BE49-F238E27FC236}">
                      <a16:creationId xmlns:a16="http://schemas.microsoft.com/office/drawing/2014/main" id="{C11AEB9F-2739-0E07-05AE-EB436AB0691D}"/>
                    </a:ext>
                  </a:extLst>
                </p:cNvPr>
                <p:cNvPicPr/>
                <p:nvPr/>
              </p:nvPicPr>
              <p:blipFill>
                <a:blip r:embed="rId32"/>
                <a:stretch>
                  <a:fillRect/>
                </a:stretch>
              </p:blipFill>
              <p:spPr>
                <a:xfrm>
                  <a:off x="9396026" y="3692546"/>
                  <a:ext cx="239400" cy="260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
            <p14:nvContentPartPr>
              <p14:cNvPr id="42" name="Ink 41">
                <a:extLst>
                  <a:ext uri="{FF2B5EF4-FFF2-40B4-BE49-F238E27FC236}">
                    <a16:creationId xmlns:a16="http://schemas.microsoft.com/office/drawing/2014/main" id="{19CE434A-D0FC-588A-E972-05D42C349A21}"/>
                  </a:ext>
                </a:extLst>
              </p14:cNvPr>
              <p14:cNvContentPartPr/>
              <p14:nvPr/>
            </p14:nvContentPartPr>
            <p14:xfrm>
              <a:off x="8175986" y="2598506"/>
              <a:ext cx="120240" cy="3179520"/>
            </p14:xfrm>
          </p:contentPart>
        </mc:Choice>
        <mc:Fallback xmlns="">
          <p:pic>
            <p:nvPicPr>
              <p:cNvPr id="42" name="Ink 41">
                <a:extLst>
                  <a:ext uri="{FF2B5EF4-FFF2-40B4-BE49-F238E27FC236}">
                    <a16:creationId xmlns:a16="http://schemas.microsoft.com/office/drawing/2014/main" id="{19CE434A-D0FC-588A-E972-05D42C349A21}"/>
                  </a:ext>
                </a:extLst>
              </p:cNvPr>
              <p:cNvPicPr/>
              <p:nvPr/>
            </p:nvPicPr>
            <p:blipFill>
              <a:blip r:embed="rId34"/>
              <a:stretch>
                <a:fillRect/>
              </a:stretch>
            </p:blipFill>
            <p:spPr>
              <a:xfrm>
                <a:off x="8158346" y="2580506"/>
                <a:ext cx="155880" cy="32151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6" name="Ink 45">
                <a:extLst>
                  <a:ext uri="{FF2B5EF4-FFF2-40B4-BE49-F238E27FC236}">
                    <a16:creationId xmlns:a16="http://schemas.microsoft.com/office/drawing/2014/main" id="{6F9E03EC-7C97-362E-F850-1E314D6B6D63}"/>
                  </a:ext>
                </a:extLst>
              </p14:cNvPr>
              <p14:cNvContentPartPr/>
              <p14:nvPr/>
            </p14:nvContentPartPr>
            <p14:xfrm>
              <a:off x="8170226" y="4134626"/>
              <a:ext cx="231840" cy="129240"/>
            </p14:xfrm>
          </p:contentPart>
        </mc:Choice>
        <mc:Fallback xmlns="">
          <p:pic>
            <p:nvPicPr>
              <p:cNvPr id="46" name="Ink 45">
                <a:extLst>
                  <a:ext uri="{FF2B5EF4-FFF2-40B4-BE49-F238E27FC236}">
                    <a16:creationId xmlns:a16="http://schemas.microsoft.com/office/drawing/2014/main" id="{6F9E03EC-7C97-362E-F850-1E314D6B6D63}"/>
                  </a:ext>
                </a:extLst>
              </p:cNvPr>
              <p:cNvPicPr/>
              <p:nvPr/>
            </p:nvPicPr>
            <p:blipFill>
              <a:blip r:embed="rId36"/>
              <a:stretch>
                <a:fillRect/>
              </a:stretch>
            </p:blipFill>
            <p:spPr>
              <a:xfrm>
                <a:off x="8152226" y="4116986"/>
                <a:ext cx="2674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0" name="Ink 49">
                <a:extLst>
                  <a:ext uri="{FF2B5EF4-FFF2-40B4-BE49-F238E27FC236}">
                    <a16:creationId xmlns:a16="http://schemas.microsoft.com/office/drawing/2014/main" id="{0DD63DAF-0D83-3D46-CB61-4AE77DF82828}"/>
                  </a:ext>
                </a:extLst>
              </p14:cNvPr>
              <p14:cNvContentPartPr/>
              <p14:nvPr/>
            </p14:nvContentPartPr>
            <p14:xfrm>
              <a:off x="8271386" y="2703266"/>
              <a:ext cx="793080" cy="3009600"/>
            </p14:xfrm>
          </p:contentPart>
        </mc:Choice>
        <mc:Fallback xmlns="">
          <p:pic>
            <p:nvPicPr>
              <p:cNvPr id="50" name="Ink 49">
                <a:extLst>
                  <a:ext uri="{FF2B5EF4-FFF2-40B4-BE49-F238E27FC236}">
                    <a16:creationId xmlns:a16="http://schemas.microsoft.com/office/drawing/2014/main" id="{0DD63DAF-0D83-3D46-CB61-4AE77DF82828}"/>
                  </a:ext>
                </a:extLst>
              </p:cNvPr>
              <p:cNvPicPr/>
              <p:nvPr/>
            </p:nvPicPr>
            <p:blipFill>
              <a:blip r:embed="rId38"/>
              <a:stretch>
                <a:fillRect/>
              </a:stretch>
            </p:blipFill>
            <p:spPr>
              <a:xfrm>
                <a:off x="8253746" y="2685266"/>
                <a:ext cx="828720" cy="3045240"/>
              </a:xfrm>
              <a:prstGeom prst="rect">
                <a:avLst/>
              </a:prstGeom>
            </p:spPr>
          </p:pic>
        </mc:Fallback>
      </mc:AlternateContent>
      <p:grpSp>
        <p:nvGrpSpPr>
          <p:cNvPr id="52" name="Group 51">
            <a:extLst>
              <a:ext uri="{FF2B5EF4-FFF2-40B4-BE49-F238E27FC236}">
                <a16:creationId xmlns:a16="http://schemas.microsoft.com/office/drawing/2014/main" id="{485282FC-3059-A640-E1CE-56A0C8351A96}"/>
              </a:ext>
            </a:extLst>
          </p:cNvPr>
          <p:cNvGrpSpPr/>
          <p:nvPr/>
        </p:nvGrpSpPr>
        <p:grpSpPr>
          <a:xfrm>
            <a:off x="7088786" y="2479346"/>
            <a:ext cx="703440" cy="3378240"/>
            <a:chOff x="7088786" y="2479346"/>
            <a:chExt cx="703440" cy="3378240"/>
          </a:xfrm>
        </p:grpSpPr>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B2C5BB37-A790-BF2C-013C-441F797266E9}"/>
                    </a:ext>
                  </a:extLst>
                </p14:cNvPr>
                <p14:cNvContentPartPr/>
                <p14:nvPr/>
              </p14:nvContentPartPr>
              <p14:xfrm>
                <a:off x="7103186" y="2479346"/>
                <a:ext cx="119160" cy="3378240"/>
              </p14:xfrm>
            </p:contentPart>
          </mc:Choice>
          <mc:Fallback xmlns="">
            <p:pic>
              <p:nvPicPr>
                <p:cNvPr id="43" name="Ink 42">
                  <a:extLst>
                    <a:ext uri="{FF2B5EF4-FFF2-40B4-BE49-F238E27FC236}">
                      <a16:creationId xmlns:a16="http://schemas.microsoft.com/office/drawing/2014/main" id="{B2C5BB37-A790-BF2C-013C-441F797266E9}"/>
                    </a:ext>
                  </a:extLst>
                </p:cNvPr>
                <p:cNvPicPr/>
                <p:nvPr/>
              </p:nvPicPr>
              <p:blipFill>
                <a:blip r:embed="rId40"/>
                <a:stretch>
                  <a:fillRect/>
                </a:stretch>
              </p:blipFill>
              <p:spPr>
                <a:xfrm>
                  <a:off x="7085186" y="2461706"/>
                  <a:ext cx="154800" cy="34138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4" name="Ink 43">
                  <a:extLst>
                    <a:ext uri="{FF2B5EF4-FFF2-40B4-BE49-F238E27FC236}">
                      <a16:creationId xmlns:a16="http://schemas.microsoft.com/office/drawing/2014/main" id="{464953CB-C473-2155-18C7-9C9816B33190}"/>
                    </a:ext>
                  </a:extLst>
                </p14:cNvPr>
                <p14:cNvContentPartPr/>
                <p14:nvPr/>
              </p14:nvContentPartPr>
              <p14:xfrm>
                <a:off x="7101386" y="4017626"/>
                <a:ext cx="237600" cy="145440"/>
              </p14:xfrm>
            </p:contentPart>
          </mc:Choice>
          <mc:Fallback xmlns="">
            <p:pic>
              <p:nvPicPr>
                <p:cNvPr id="44" name="Ink 43">
                  <a:extLst>
                    <a:ext uri="{FF2B5EF4-FFF2-40B4-BE49-F238E27FC236}">
                      <a16:creationId xmlns:a16="http://schemas.microsoft.com/office/drawing/2014/main" id="{464953CB-C473-2155-18C7-9C9816B33190}"/>
                    </a:ext>
                  </a:extLst>
                </p:cNvPr>
                <p:cNvPicPr/>
                <p:nvPr/>
              </p:nvPicPr>
              <p:blipFill>
                <a:blip r:embed="rId42"/>
                <a:stretch>
                  <a:fillRect/>
                </a:stretch>
              </p:blipFill>
              <p:spPr>
                <a:xfrm>
                  <a:off x="7083746" y="3999986"/>
                  <a:ext cx="27324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1" name="Ink 50">
                  <a:extLst>
                    <a:ext uri="{FF2B5EF4-FFF2-40B4-BE49-F238E27FC236}">
                      <a16:creationId xmlns:a16="http://schemas.microsoft.com/office/drawing/2014/main" id="{7D4D200F-6C78-01DF-DF50-F962E3D54B7E}"/>
                    </a:ext>
                  </a:extLst>
                </p14:cNvPr>
                <p14:cNvContentPartPr/>
                <p14:nvPr/>
              </p14:nvContentPartPr>
              <p14:xfrm>
                <a:off x="7088786" y="2637026"/>
                <a:ext cx="703440" cy="3139200"/>
              </p14:xfrm>
            </p:contentPart>
          </mc:Choice>
          <mc:Fallback xmlns="">
            <p:pic>
              <p:nvPicPr>
                <p:cNvPr id="51" name="Ink 50">
                  <a:extLst>
                    <a:ext uri="{FF2B5EF4-FFF2-40B4-BE49-F238E27FC236}">
                      <a16:creationId xmlns:a16="http://schemas.microsoft.com/office/drawing/2014/main" id="{7D4D200F-6C78-01DF-DF50-F962E3D54B7E}"/>
                    </a:ext>
                  </a:extLst>
                </p:cNvPr>
                <p:cNvPicPr/>
                <p:nvPr/>
              </p:nvPicPr>
              <p:blipFill>
                <a:blip r:embed="rId44"/>
                <a:stretch>
                  <a:fillRect/>
                </a:stretch>
              </p:blipFill>
              <p:spPr>
                <a:xfrm>
                  <a:off x="7071146" y="2619386"/>
                  <a:ext cx="739080" cy="317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5">
            <p14:nvContentPartPr>
              <p14:cNvPr id="53" name="Ink 52">
                <a:extLst>
                  <a:ext uri="{FF2B5EF4-FFF2-40B4-BE49-F238E27FC236}">
                    <a16:creationId xmlns:a16="http://schemas.microsoft.com/office/drawing/2014/main" id="{BF0C1F1E-9AD0-26A5-9F3F-1A4CEDCE77DD}"/>
                  </a:ext>
                </a:extLst>
              </p14:cNvPr>
              <p14:cNvContentPartPr/>
              <p14:nvPr/>
            </p14:nvContentPartPr>
            <p14:xfrm>
              <a:off x="5941466" y="2570426"/>
              <a:ext cx="645120" cy="1461960"/>
            </p14:xfrm>
          </p:contentPart>
        </mc:Choice>
        <mc:Fallback xmlns="">
          <p:pic>
            <p:nvPicPr>
              <p:cNvPr id="53" name="Ink 52">
                <a:extLst>
                  <a:ext uri="{FF2B5EF4-FFF2-40B4-BE49-F238E27FC236}">
                    <a16:creationId xmlns:a16="http://schemas.microsoft.com/office/drawing/2014/main" id="{BF0C1F1E-9AD0-26A5-9F3F-1A4CEDCE77DD}"/>
                  </a:ext>
                </a:extLst>
              </p:cNvPr>
              <p:cNvPicPr/>
              <p:nvPr/>
            </p:nvPicPr>
            <p:blipFill>
              <a:blip r:embed="rId46"/>
              <a:stretch>
                <a:fillRect/>
              </a:stretch>
            </p:blipFill>
            <p:spPr>
              <a:xfrm>
                <a:off x="5923826" y="2552786"/>
                <a:ext cx="680760" cy="1497600"/>
              </a:xfrm>
              <a:prstGeom prst="rect">
                <a:avLst/>
              </a:prstGeom>
            </p:spPr>
          </p:pic>
        </mc:Fallback>
      </mc:AlternateContent>
      <p:grpSp>
        <p:nvGrpSpPr>
          <p:cNvPr id="56" name="Group 55">
            <a:extLst>
              <a:ext uri="{FF2B5EF4-FFF2-40B4-BE49-F238E27FC236}">
                <a16:creationId xmlns:a16="http://schemas.microsoft.com/office/drawing/2014/main" id="{85C68DEA-B3B9-D757-9D6E-0AFAA2EA795A}"/>
              </a:ext>
            </a:extLst>
          </p:cNvPr>
          <p:cNvGrpSpPr/>
          <p:nvPr/>
        </p:nvGrpSpPr>
        <p:grpSpPr>
          <a:xfrm>
            <a:off x="5929586" y="2493026"/>
            <a:ext cx="552240" cy="1469880"/>
            <a:chOff x="5929586" y="2493026"/>
            <a:chExt cx="552240" cy="1469880"/>
          </a:xfrm>
        </p:grpSpPr>
        <mc:AlternateContent xmlns:mc="http://schemas.openxmlformats.org/markup-compatibility/2006" xmlns:p14="http://schemas.microsoft.com/office/powerpoint/2010/main">
          <mc:Choice Requires="p14">
            <p:contentPart p14:bwMode="auto" r:id="rId47">
              <p14:nvContentPartPr>
                <p14:cNvPr id="47" name="Ink 46">
                  <a:extLst>
                    <a:ext uri="{FF2B5EF4-FFF2-40B4-BE49-F238E27FC236}">
                      <a16:creationId xmlns:a16="http://schemas.microsoft.com/office/drawing/2014/main" id="{425AA09A-CB0B-6B5B-17D0-C1D7132AB62E}"/>
                    </a:ext>
                  </a:extLst>
                </p14:cNvPr>
                <p14:cNvContentPartPr/>
                <p14:nvPr/>
              </p14:nvContentPartPr>
              <p14:xfrm>
                <a:off x="5936786" y="2493026"/>
                <a:ext cx="146880" cy="1469880"/>
              </p14:xfrm>
            </p:contentPart>
          </mc:Choice>
          <mc:Fallback xmlns="">
            <p:pic>
              <p:nvPicPr>
                <p:cNvPr id="47" name="Ink 46">
                  <a:extLst>
                    <a:ext uri="{FF2B5EF4-FFF2-40B4-BE49-F238E27FC236}">
                      <a16:creationId xmlns:a16="http://schemas.microsoft.com/office/drawing/2014/main" id="{425AA09A-CB0B-6B5B-17D0-C1D7132AB62E}"/>
                    </a:ext>
                  </a:extLst>
                </p:cNvPr>
                <p:cNvPicPr/>
                <p:nvPr/>
              </p:nvPicPr>
              <p:blipFill>
                <a:blip r:embed="rId48"/>
                <a:stretch>
                  <a:fillRect/>
                </a:stretch>
              </p:blipFill>
              <p:spPr>
                <a:xfrm>
                  <a:off x="5918786" y="2475386"/>
                  <a:ext cx="182520" cy="15055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8" name="Ink 47">
                  <a:extLst>
                    <a:ext uri="{FF2B5EF4-FFF2-40B4-BE49-F238E27FC236}">
                      <a16:creationId xmlns:a16="http://schemas.microsoft.com/office/drawing/2014/main" id="{83FFA22B-46BB-401F-3F5F-B665EB994B3D}"/>
                    </a:ext>
                  </a:extLst>
                </p14:cNvPr>
                <p14:cNvContentPartPr/>
                <p14:nvPr/>
              </p14:nvContentPartPr>
              <p14:xfrm>
                <a:off x="5929586" y="3087386"/>
                <a:ext cx="217080" cy="196920"/>
              </p14:xfrm>
            </p:contentPart>
          </mc:Choice>
          <mc:Fallback xmlns="">
            <p:pic>
              <p:nvPicPr>
                <p:cNvPr id="48" name="Ink 47">
                  <a:extLst>
                    <a:ext uri="{FF2B5EF4-FFF2-40B4-BE49-F238E27FC236}">
                      <a16:creationId xmlns:a16="http://schemas.microsoft.com/office/drawing/2014/main" id="{83FFA22B-46BB-401F-3F5F-B665EB994B3D}"/>
                    </a:ext>
                  </a:extLst>
                </p:cNvPr>
                <p:cNvPicPr/>
                <p:nvPr/>
              </p:nvPicPr>
              <p:blipFill>
                <a:blip r:embed="rId50"/>
                <a:stretch>
                  <a:fillRect/>
                </a:stretch>
              </p:blipFill>
              <p:spPr>
                <a:xfrm>
                  <a:off x="5911946" y="3069746"/>
                  <a:ext cx="2527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5" name="Ink 54">
                  <a:extLst>
                    <a:ext uri="{FF2B5EF4-FFF2-40B4-BE49-F238E27FC236}">
                      <a16:creationId xmlns:a16="http://schemas.microsoft.com/office/drawing/2014/main" id="{74400354-4248-8E60-F785-04B248230E79}"/>
                    </a:ext>
                  </a:extLst>
                </p14:cNvPr>
                <p14:cNvContentPartPr/>
                <p14:nvPr/>
              </p14:nvContentPartPr>
              <p14:xfrm>
                <a:off x="6334226" y="3299786"/>
                <a:ext cx="147600" cy="293040"/>
              </p14:xfrm>
            </p:contentPart>
          </mc:Choice>
          <mc:Fallback xmlns="">
            <p:pic>
              <p:nvPicPr>
                <p:cNvPr id="55" name="Ink 54">
                  <a:extLst>
                    <a:ext uri="{FF2B5EF4-FFF2-40B4-BE49-F238E27FC236}">
                      <a16:creationId xmlns:a16="http://schemas.microsoft.com/office/drawing/2014/main" id="{74400354-4248-8E60-F785-04B248230E79}"/>
                    </a:ext>
                  </a:extLst>
                </p:cNvPr>
                <p:cNvPicPr/>
                <p:nvPr/>
              </p:nvPicPr>
              <p:blipFill>
                <a:blip r:embed="rId52"/>
                <a:stretch>
                  <a:fillRect/>
                </a:stretch>
              </p:blipFill>
              <p:spPr>
                <a:xfrm>
                  <a:off x="6316586" y="3282146"/>
                  <a:ext cx="183240" cy="328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
            <p14:nvContentPartPr>
              <p14:cNvPr id="57" name="Ink 56">
                <a:extLst>
                  <a:ext uri="{FF2B5EF4-FFF2-40B4-BE49-F238E27FC236}">
                    <a16:creationId xmlns:a16="http://schemas.microsoft.com/office/drawing/2014/main" id="{8471BF85-E13F-2816-D3F7-FF76591B6351}"/>
                  </a:ext>
                </a:extLst>
              </p14:cNvPr>
              <p14:cNvContentPartPr/>
              <p14:nvPr/>
            </p14:nvContentPartPr>
            <p14:xfrm>
              <a:off x="7593506" y="3723506"/>
              <a:ext cx="146520" cy="242280"/>
            </p14:xfrm>
          </p:contentPart>
        </mc:Choice>
        <mc:Fallback xmlns="">
          <p:pic>
            <p:nvPicPr>
              <p:cNvPr id="57" name="Ink 56">
                <a:extLst>
                  <a:ext uri="{FF2B5EF4-FFF2-40B4-BE49-F238E27FC236}">
                    <a16:creationId xmlns:a16="http://schemas.microsoft.com/office/drawing/2014/main" id="{8471BF85-E13F-2816-D3F7-FF76591B6351}"/>
                  </a:ext>
                </a:extLst>
              </p:cNvPr>
              <p:cNvPicPr/>
              <p:nvPr/>
            </p:nvPicPr>
            <p:blipFill>
              <a:blip r:embed="rId54"/>
              <a:stretch>
                <a:fillRect/>
              </a:stretch>
            </p:blipFill>
            <p:spPr>
              <a:xfrm>
                <a:off x="7575866" y="3705866"/>
                <a:ext cx="18216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8" name="Ink 57">
                <a:extLst>
                  <a:ext uri="{FF2B5EF4-FFF2-40B4-BE49-F238E27FC236}">
                    <a16:creationId xmlns:a16="http://schemas.microsoft.com/office/drawing/2014/main" id="{7C2C84A7-13AB-3F3C-312E-175BF55762D0}"/>
                  </a:ext>
                </a:extLst>
              </p14:cNvPr>
              <p14:cNvContentPartPr/>
              <p14:nvPr/>
            </p14:nvContentPartPr>
            <p14:xfrm>
              <a:off x="8745866" y="4015106"/>
              <a:ext cx="245520" cy="252000"/>
            </p14:xfrm>
          </p:contentPart>
        </mc:Choice>
        <mc:Fallback xmlns="">
          <p:pic>
            <p:nvPicPr>
              <p:cNvPr id="58" name="Ink 57">
                <a:extLst>
                  <a:ext uri="{FF2B5EF4-FFF2-40B4-BE49-F238E27FC236}">
                    <a16:creationId xmlns:a16="http://schemas.microsoft.com/office/drawing/2014/main" id="{7C2C84A7-13AB-3F3C-312E-175BF55762D0}"/>
                  </a:ext>
                </a:extLst>
              </p:cNvPr>
              <p:cNvPicPr/>
              <p:nvPr/>
            </p:nvPicPr>
            <p:blipFill>
              <a:blip r:embed="rId56"/>
              <a:stretch>
                <a:fillRect/>
              </a:stretch>
            </p:blipFill>
            <p:spPr>
              <a:xfrm>
                <a:off x="8728226" y="3997106"/>
                <a:ext cx="281160" cy="287640"/>
              </a:xfrm>
              <a:prstGeom prst="rect">
                <a:avLst/>
              </a:prstGeom>
            </p:spPr>
          </p:pic>
        </mc:Fallback>
      </mc:AlternateContent>
    </p:spTree>
    <p:extLst>
      <p:ext uri="{BB962C8B-B14F-4D97-AF65-F5344CB8AC3E}">
        <p14:creationId xmlns:p14="http://schemas.microsoft.com/office/powerpoint/2010/main" val="28570395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F7A95-C0F7-1CCB-A777-5BA2451CAB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9C9DF-146B-E94A-CB2F-5BD331DF3389}"/>
              </a:ext>
            </a:extLst>
          </p:cNvPr>
          <p:cNvSpPr>
            <a:spLocks noGrp="1"/>
          </p:cNvSpPr>
          <p:nvPr>
            <p:ph type="title"/>
          </p:nvPr>
        </p:nvSpPr>
        <p:spPr/>
        <p:txBody>
          <a:bodyPr/>
          <a:lstStyle/>
          <a:p>
            <a:r>
              <a:rPr lang="en-GB" dirty="0"/>
              <a:t>Key modification (contd.)</a:t>
            </a:r>
          </a:p>
        </p:txBody>
      </p:sp>
      <p:sp>
        <p:nvSpPr>
          <p:cNvPr id="3" name="Content Placeholder 2">
            <a:extLst>
              <a:ext uri="{FF2B5EF4-FFF2-40B4-BE49-F238E27FC236}">
                <a16:creationId xmlns:a16="http://schemas.microsoft.com/office/drawing/2014/main" id="{81E55144-C977-4841-F88C-A78215461315}"/>
              </a:ext>
            </a:extLst>
          </p:cNvPr>
          <p:cNvSpPr>
            <a:spLocks noGrp="1"/>
          </p:cNvSpPr>
          <p:nvPr>
            <p:ph idx="1"/>
          </p:nvPr>
        </p:nvSpPr>
        <p:spPr/>
        <p:txBody>
          <a:bodyPr/>
          <a:lstStyle/>
          <a:p>
            <a:endParaRPr lang="en-GB"/>
          </a:p>
        </p:txBody>
      </p:sp>
      <p:pic>
        <p:nvPicPr>
          <p:cNvPr id="6" name="Picture 5">
            <a:extLst>
              <a:ext uri="{FF2B5EF4-FFF2-40B4-BE49-F238E27FC236}">
                <a16:creationId xmlns:a16="http://schemas.microsoft.com/office/drawing/2014/main" id="{373EAD45-ED83-D753-02CE-B02D60247D05}"/>
              </a:ext>
            </a:extLst>
          </p:cNvPr>
          <p:cNvPicPr>
            <a:picLocks noChangeAspect="1"/>
          </p:cNvPicPr>
          <p:nvPr/>
        </p:nvPicPr>
        <p:blipFill>
          <a:blip r:embed="rId2"/>
          <a:stretch>
            <a:fillRect/>
          </a:stretch>
        </p:blipFill>
        <p:spPr>
          <a:xfrm>
            <a:off x="2136317" y="1694178"/>
            <a:ext cx="7919365" cy="5034455"/>
          </a:xfrm>
          <a:prstGeom prst="rect">
            <a:avLst/>
          </a:prstGeom>
        </p:spPr>
      </p:pic>
    </p:spTree>
    <p:extLst>
      <p:ext uri="{BB962C8B-B14F-4D97-AF65-F5344CB8AC3E}">
        <p14:creationId xmlns:p14="http://schemas.microsoft.com/office/powerpoint/2010/main" val="991200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8B082-9366-02D4-C1F1-8BB1ADF1B4C4}"/>
              </a:ext>
            </a:extLst>
          </p:cNvPr>
          <p:cNvSpPr>
            <a:spLocks noGrp="1"/>
          </p:cNvSpPr>
          <p:nvPr>
            <p:ph type="title"/>
          </p:nvPr>
        </p:nvSpPr>
        <p:spPr/>
        <p:txBody>
          <a:bodyPr/>
          <a:lstStyle/>
          <a:p>
            <a:r>
              <a:rPr lang="en-GB" dirty="0"/>
              <a:t>Key modification (contd.)</a:t>
            </a:r>
          </a:p>
        </p:txBody>
      </p:sp>
      <p:sp>
        <p:nvSpPr>
          <p:cNvPr id="3" name="Content Placeholder 2">
            <a:extLst>
              <a:ext uri="{FF2B5EF4-FFF2-40B4-BE49-F238E27FC236}">
                <a16:creationId xmlns:a16="http://schemas.microsoft.com/office/drawing/2014/main" id="{7FDEDCBA-6A93-9464-57C4-EA431028536F}"/>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937D6006-7537-C585-B29F-2A3DD39F839C}"/>
              </a:ext>
            </a:extLst>
          </p:cNvPr>
          <p:cNvPicPr>
            <a:picLocks noChangeAspect="1"/>
          </p:cNvPicPr>
          <p:nvPr/>
        </p:nvPicPr>
        <p:blipFill>
          <a:blip r:embed="rId2"/>
          <a:stretch>
            <a:fillRect/>
          </a:stretch>
        </p:blipFill>
        <p:spPr>
          <a:xfrm>
            <a:off x="746942" y="1972820"/>
            <a:ext cx="10698115" cy="4056947"/>
          </a:xfrm>
          <a:prstGeom prst="rect">
            <a:avLst/>
          </a:prstGeom>
        </p:spPr>
      </p:pic>
    </p:spTree>
    <p:extLst>
      <p:ext uri="{BB962C8B-B14F-4D97-AF65-F5344CB8AC3E}">
        <p14:creationId xmlns:p14="http://schemas.microsoft.com/office/powerpoint/2010/main" val="2502983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E9F31-F6C6-08AD-C77D-E3E427BDE5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8C051-D8CD-9628-262C-B3126E88B745}"/>
              </a:ext>
            </a:extLst>
          </p:cNvPr>
          <p:cNvSpPr>
            <a:spLocks noGrp="1"/>
          </p:cNvSpPr>
          <p:nvPr>
            <p:ph type="title"/>
          </p:nvPr>
        </p:nvSpPr>
        <p:spPr/>
        <p:txBody>
          <a:bodyPr/>
          <a:lstStyle/>
          <a:p>
            <a:r>
              <a:rPr lang="en-GB" dirty="0"/>
              <a:t>Key modification (contd.)</a:t>
            </a:r>
          </a:p>
        </p:txBody>
      </p:sp>
      <p:sp>
        <p:nvSpPr>
          <p:cNvPr id="3" name="Content Placeholder 2">
            <a:extLst>
              <a:ext uri="{FF2B5EF4-FFF2-40B4-BE49-F238E27FC236}">
                <a16:creationId xmlns:a16="http://schemas.microsoft.com/office/drawing/2014/main" id="{72D11408-2B2F-696A-99BB-48E0F72D62D4}"/>
              </a:ext>
            </a:extLst>
          </p:cNvPr>
          <p:cNvSpPr>
            <a:spLocks noGrp="1"/>
          </p:cNvSpPr>
          <p:nvPr>
            <p:ph idx="1"/>
          </p:nvPr>
        </p:nvSpPr>
        <p:spPr/>
        <p:txBody>
          <a:bodyPr/>
          <a:lstStyle/>
          <a:p>
            <a:endParaRPr lang="en-GB"/>
          </a:p>
        </p:txBody>
      </p:sp>
      <p:pic>
        <p:nvPicPr>
          <p:cNvPr id="6" name="Picture 5">
            <a:extLst>
              <a:ext uri="{FF2B5EF4-FFF2-40B4-BE49-F238E27FC236}">
                <a16:creationId xmlns:a16="http://schemas.microsoft.com/office/drawing/2014/main" id="{FF8D5DBE-FBA4-0ECC-7CB9-2538A6B87FDC}"/>
              </a:ext>
            </a:extLst>
          </p:cNvPr>
          <p:cNvPicPr>
            <a:picLocks noChangeAspect="1"/>
          </p:cNvPicPr>
          <p:nvPr/>
        </p:nvPicPr>
        <p:blipFill>
          <a:blip r:embed="rId2"/>
          <a:stretch>
            <a:fillRect/>
          </a:stretch>
        </p:blipFill>
        <p:spPr>
          <a:xfrm>
            <a:off x="185637" y="1825625"/>
            <a:ext cx="11820726" cy="1529484"/>
          </a:xfrm>
          <a:prstGeom prst="rect">
            <a:avLst/>
          </a:prstGeom>
        </p:spPr>
      </p:pic>
    </p:spTree>
    <p:extLst>
      <p:ext uri="{BB962C8B-B14F-4D97-AF65-F5344CB8AC3E}">
        <p14:creationId xmlns:p14="http://schemas.microsoft.com/office/powerpoint/2010/main" val="14284908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4B424-2BEE-74F9-247D-AC4D4F571DB7}"/>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572C496E-5042-AFB6-08D8-3504CF8458E1}"/>
              </a:ext>
            </a:extLst>
          </p:cNvPr>
          <p:cNvSpPr>
            <a:spLocks noGrp="1"/>
          </p:cNvSpPr>
          <p:nvPr>
            <p:ph idx="1"/>
          </p:nvPr>
        </p:nvSpPr>
        <p:spPr/>
        <p:txBody>
          <a:bodyPr/>
          <a:lstStyle/>
          <a:p>
            <a:r>
              <a:rPr lang="en-GB" dirty="0"/>
              <a:t>Plaintext: 02468aceeca86420 (In Hex)</a:t>
            </a:r>
          </a:p>
          <a:p>
            <a:r>
              <a:rPr lang="en-GB" dirty="0"/>
              <a:t>Key: 0f1571c947d9e859 (In Hex)</a:t>
            </a:r>
          </a:p>
          <a:p>
            <a:r>
              <a:rPr lang="en-GB" dirty="0"/>
              <a:t>Ciphertext: da02ce3a89ecac3b (In Hex)</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917000" y="967320"/>
              <a:ext cx="9616320" cy="5841360"/>
            </p14:xfrm>
          </p:contentPart>
        </mc:Choice>
        <mc:Fallback xmlns="">
          <p:pic>
            <p:nvPicPr>
              <p:cNvPr id="4" name="Ink 3"/>
              <p:cNvPicPr/>
              <p:nvPr/>
            </p:nvPicPr>
            <p:blipFill>
              <a:blip r:embed="rId3"/>
              <a:stretch>
                <a:fillRect/>
              </a:stretch>
            </p:blipFill>
            <p:spPr>
              <a:xfrm>
                <a:off x="1907640" y="957960"/>
                <a:ext cx="9635040" cy="5860080"/>
              </a:xfrm>
              <a:prstGeom prst="rect">
                <a:avLst/>
              </a:prstGeom>
            </p:spPr>
          </p:pic>
        </mc:Fallback>
      </mc:AlternateContent>
    </p:spTree>
    <p:extLst>
      <p:ext uri="{BB962C8B-B14F-4D97-AF65-F5344CB8AC3E}">
        <p14:creationId xmlns:p14="http://schemas.microsoft.com/office/powerpoint/2010/main" val="318039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dirty="0"/>
              <a:t>Key: 0f1571c947d9e859 (In Hex)</a:t>
            </a:r>
          </a:p>
          <a:p>
            <a:endParaRPr lang="en-US" dirty="0"/>
          </a:p>
        </p:txBody>
      </p:sp>
    </p:spTree>
    <p:extLst>
      <p:ext uri="{BB962C8B-B14F-4D97-AF65-F5344CB8AC3E}">
        <p14:creationId xmlns:p14="http://schemas.microsoft.com/office/powerpoint/2010/main" val="39174583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6FB2F-FDB6-0C3B-AF94-96D744B0C5D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EFD192A-3851-D387-8F93-0F0267411570}"/>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8EA14EFF-3ACC-C42F-AEDF-90D8DAFFB195}"/>
              </a:ext>
            </a:extLst>
          </p:cNvPr>
          <p:cNvPicPr>
            <a:picLocks noChangeAspect="1"/>
          </p:cNvPicPr>
          <p:nvPr/>
        </p:nvPicPr>
        <p:blipFill>
          <a:blip r:embed="rId2"/>
          <a:stretch>
            <a:fillRect/>
          </a:stretch>
        </p:blipFill>
        <p:spPr>
          <a:xfrm>
            <a:off x="1461837" y="365125"/>
            <a:ext cx="9268326" cy="6136891"/>
          </a:xfrm>
          <a:prstGeom prst="rect">
            <a:avLst/>
          </a:prstGeom>
        </p:spPr>
      </p:pic>
    </p:spTree>
    <p:extLst>
      <p:ext uri="{BB962C8B-B14F-4D97-AF65-F5344CB8AC3E}">
        <p14:creationId xmlns:p14="http://schemas.microsoft.com/office/powerpoint/2010/main" val="956711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A5637-88FA-410D-040D-EAF85A6DABAB}"/>
              </a:ext>
            </a:extLst>
          </p:cNvPr>
          <p:cNvSpPr>
            <a:spLocks noGrp="1"/>
          </p:cNvSpPr>
          <p:nvPr>
            <p:ph type="title"/>
          </p:nvPr>
        </p:nvSpPr>
        <p:spPr/>
        <p:txBody>
          <a:bodyPr/>
          <a:lstStyle/>
          <a:p>
            <a:r>
              <a:rPr lang="en-GB" dirty="0"/>
              <a:t>Modes of Operations</a:t>
            </a:r>
          </a:p>
        </p:txBody>
      </p:sp>
      <p:sp>
        <p:nvSpPr>
          <p:cNvPr id="3" name="Content Placeholder 2">
            <a:extLst>
              <a:ext uri="{FF2B5EF4-FFF2-40B4-BE49-F238E27FC236}">
                <a16:creationId xmlns:a16="http://schemas.microsoft.com/office/drawing/2014/main" id="{CA99C517-AA71-6AD3-248D-5AE05F3688F3}"/>
              </a:ext>
            </a:extLst>
          </p:cNvPr>
          <p:cNvSpPr>
            <a:spLocks noGrp="1"/>
          </p:cNvSpPr>
          <p:nvPr>
            <p:ph idx="1"/>
          </p:nvPr>
        </p:nvSpPr>
        <p:spPr/>
        <p:txBody>
          <a:bodyPr/>
          <a:lstStyle/>
          <a:p>
            <a:pPr marL="0" indent="0">
              <a:buNone/>
            </a:pPr>
            <a:r>
              <a:rPr lang="en-GB" dirty="0"/>
              <a:t>Electronic Codebook (ECB) Mode</a:t>
            </a:r>
          </a:p>
          <a:p>
            <a:r>
              <a:rPr lang="en-GB" dirty="0"/>
              <a:t>In ECB mode, each block of plaintext is encrypted independently of other blocks.</a:t>
            </a:r>
          </a:p>
          <a:p>
            <a:r>
              <a:rPr lang="en-GB" dirty="0"/>
              <a:t>It divides the plaintext into 64-bit blocks (the block size of DES), encrypts each block separately, and concatenates the resulting ciphertext blocks.</a:t>
            </a:r>
          </a:p>
          <a:p>
            <a:r>
              <a:rPr lang="en-GB" dirty="0"/>
              <a:t>Identical plaintext blocks are encrypted into </a:t>
            </a:r>
            <a:r>
              <a:rPr lang="en-GB" b="1" dirty="0"/>
              <a:t>identical ciphertext blocks</a:t>
            </a:r>
            <a:r>
              <a:rPr lang="en-GB" dirty="0"/>
              <a:t>, which is a significant security risk.</a:t>
            </a:r>
          </a:p>
        </p:txBody>
      </p:sp>
    </p:spTree>
    <p:extLst>
      <p:ext uri="{BB962C8B-B14F-4D97-AF65-F5344CB8AC3E}">
        <p14:creationId xmlns:p14="http://schemas.microsoft.com/office/powerpoint/2010/main" val="990759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7DF37-59A6-6691-862C-DC1180629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F4CFBB-A638-E7DE-1CF0-157712C14C9C}"/>
              </a:ext>
            </a:extLst>
          </p:cNvPr>
          <p:cNvSpPr>
            <a:spLocks noGrp="1"/>
          </p:cNvSpPr>
          <p:nvPr>
            <p:ph type="title"/>
          </p:nvPr>
        </p:nvSpPr>
        <p:spPr/>
        <p:txBody>
          <a:bodyPr/>
          <a:lstStyle/>
          <a:p>
            <a:r>
              <a:rPr lang="en-GB" dirty="0"/>
              <a:t>Modes of Operations (contd.)</a:t>
            </a:r>
          </a:p>
        </p:txBody>
      </p:sp>
      <p:sp>
        <p:nvSpPr>
          <p:cNvPr id="3" name="Content Placeholder 2">
            <a:extLst>
              <a:ext uri="{FF2B5EF4-FFF2-40B4-BE49-F238E27FC236}">
                <a16:creationId xmlns:a16="http://schemas.microsoft.com/office/drawing/2014/main" id="{56E4EFBB-6264-801B-E7EF-2DB3171475A5}"/>
              </a:ext>
            </a:extLst>
          </p:cNvPr>
          <p:cNvSpPr>
            <a:spLocks noGrp="1"/>
          </p:cNvSpPr>
          <p:nvPr>
            <p:ph idx="1"/>
          </p:nvPr>
        </p:nvSpPr>
        <p:spPr/>
        <p:txBody>
          <a:bodyPr/>
          <a:lstStyle/>
          <a:p>
            <a:pPr marL="0" indent="0">
              <a:buNone/>
            </a:pPr>
            <a:r>
              <a:rPr lang="en-GB" dirty="0"/>
              <a:t>Cipher Block Chaining (CBC) Mode</a:t>
            </a:r>
          </a:p>
          <a:p>
            <a:r>
              <a:rPr lang="en-GB" dirty="0"/>
              <a:t>In </a:t>
            </a:r>
            <a:r>
              <a:rPr lang="en-GB" b="1" dirty="0"/>
              <a:t>CBC mode</a:t>
            </a:r>
            <a:r>
              <a:rPr lang="en-GB" dirty="0"/>
              <a:t>, each plaintext block is XORed with the previous ciphertext block before being encrypted. The first block is XORed with an </a:t>
            </a:r>
            <a:r>
              <a:rPr lang="en-GB" b="1" dirty="0"/>
              <a:t>Initialization Vector (IV)</a:t>
            </a:r>
            <a:r>
              <a:rPr lang="en-GB" dirty="0"/>
              <a:t>, a random value that ensures even identical plaintext blocks produce different ciphertexts.</a:t>
            </a:r>
          </a:p>
          <a:p>
            <a:r>
              <a:rPr lang="en-GB" dirty="0"/>
              <a:t>The ciphertext from one block is chained into the encryption of the next block.</a:t>
            </a:r>
          </a:p>
        </p:txBody>
      </p:sp>
    </p:spTree>
    <p:extLst>
      <p:ext uri="{BB962C8B-B14F-4D97-AF65-F5344CB8AC3E}">
        <p14:creationId xmlns:p14="http://schemas.microsoft.com/office/powerpoint/2010/main" val="500974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B747F-4DD2-EA06-401F-8AEA0C0C2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549CC-7F3B-2050-7220-F494AE62377A}"/>
              </a:ext>
            </a:extLst>
          </p:cNvPr>
          <p:cNvSpPr>
            <a:spLocks noGrp="1"/>
          </p:cNvSpPr>
          <p:nvPr>
            <p:ph type="title"/>
          </p:nvPr>
        </p:nvSpPr>
        <p:spPr/>
        <p:txBody>
          <a:bodyPr/>
          <a:lstStyle/>
          <a:p>
            <a:r>
              <a:rPr lang="en-GB" dirty="0"/>
              <a:t>Modes of Operations (contd.)</a:t>
            </a:r>
          </a:p>
        </p:txBody>
      </p:sp>
      <p:sp>
        <p:nvSpPr>
          <p:cNvPr id="3" name="Content Placeholder 2">
            <a:extLst>
              <a:ext uri="{FF2B5EF4-FFF2-40B4-BE49-F238E27FC236}">
                <a16:creationId xmlns:a16="http://schemas.microsoft.com/office/drawing/2014/main" id="{3D56B625-BE8D-E83B-0145-45B6543A3D32}"/>
              </a:ext>
            </a:extLst>
          </p:cNvPr>
          <p:cNvSpPr>
            <a:spLocks noGrp="1"/>
          </p:cNvSpPr>
          <p:nvPr>
            <p:ph idx="1"/>
          </p:nvPr>
        </p:nvSpPr>
        <p:spPr/>
        <p:txBody>
          <a:bodyPr/>
          <a:lstStyle/>
          <a:p>
            <a:pPr marL="0" indent="0">
              <a:buNone/>
            </a:pPr>
            <a:r>
              <a:rPr lang="en-GB" dirty="0"/>
              <a:t>Cipher Feedback (CFB) Mode</a:t>
            </a:r>
          </a:p>
          <a:p>
            <a:r>
              <a:rPr lang="en-GB" b="1" dirty="0"/>
              <a:t>CFB mode</a:t>
            </a:r>
            <a:r>
              <a:rPr lang="en-GB" dirty="0"/>
              <a:t> converts a block cipher into a </a:t>
            </a:r>
            <a:r>
              <a:rPr lang="en-GB" b="1" dirty="0"/>
              <a:t>stream cipher</a:t>
            </a:r>
            <a:r>
              <a:rPr lang="en-GB" dirty="0"/>
              <a:t>. In this mode, encryption is applied to the previous ciphertext block to generate a keystream, which is then XORed with the current plaintext block to produce the ciphertext.</a:t>
            </a:r>
          </a:p>
          <a:p>
            <a:r>
              <a:rPr lang="en-GB"/>
              <a:t>It can encrypt data smaller than the block size, so it can be used to encrypt byte by byte or bit by bit.</a:t>
            </a:r>
            <a:endParaRPr lang="en-GB" dirty="0"/>
          </a:p>
        </p:txBody>
      </p:sp>
    </p:spTree>
    <p:extLst>
      <p:ext uri="{BB962C8B-B14F-4D97-AF65-F5344CB8AC3E}">
        <p14:creationId xmlns:p14="http://schemas.microsoft.com/office/powerpoint/2010/main" val="655390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743</TotalTime>
  <Words>1643</Words>
  <Application>Microsoft Office PowerPoint</Application>
  <PresentationFormat>Widescreen</PresentationFormat>
  <Paragraphs>126</Paragraphs>
  <Slides>40</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Aptos Display</vt:lpstr>
      <vt:lpstr>Arial</vt:lpstr>
      <vt:lpstr>Office Theme</vt:lpstr>
      <vt:lpstr>Private Key Encryption Schemes and Block Ciphers</vt:lpstr>
      <vt:lpstr>Introduction to Private-Key Encryption</vt:lpstr>
      <vt:lpstr>PowerPoint Presentation</vt:lpstr>
      <vt:lpstr>Importance</vt:lpstr>
      <vt:lpstr>Limitation</vt:lpstr>
      <vt:lpstr>Pseudorandom Functions and Permutations</vt:lpstr>
      <vt:lpstr>PRF</vt:lpstr>
      <vt:lpstr>PRP</vt:lpstr>
      <vt:lpstr>Block Cipher</vt:lpstr>
      <vt:lpstr>Stream Cipher</vt:lpstr>
      <vt:lpstr>Data Encryption Standard (DES)</vt:lpstr>
      <vt:lpstr>Block Size and Key Length</vt:lpstr>
      <vt:lpstr>Motivation for Feistel Cipher Structure</vt:lpstr>
      <vt:lpstr>Motivation for Feistel Cipher Structure (Contd.)</vt:lpstr>
      <vt:lpstr>What if there are  4 bits?</vt:lpstr>
      <vt:lpstr>Problems</vt:lpstr>
      <vt:lpstr>PowerPoint Presentation</vt:lpstr>
      <vt:lpstr>Problems (contd.)</vt:lpstr>
      <vt:lpstr>Substitution and Confusion</vt:lpstr>
      <vt:lpstr>Permutation and Diffusion</vt:lpstr>
      <vt:lpstr>Feistel Cipher Structure</vt:lpstr>
      <vt:lpstr>Methodology</vt:lpstr>
      <vt:lpstr>Input 64 bit</vt:lpstr>
      <vt:lpstr>Initial Permutation</vt:lpstr>
      <vt:lpstr>Meaning</vt:lpstr>
      <vt:lpstr>Single round DES</vt:lpstr>
      <vt:lpstr>Expansion Permutation</vt:lpstr>
      <vt:lpstr>F(R, K)</vt:lpstr>
      <vt:lpstr>S-boxes</vt:lpstr>
      <vt:lpstr>S-boxes</vt:lpstr>
      <vt:lpstr>Key modification</vt:lpstr>
      <vt:lpstr>Key modification (contd.)</vt:lpstr>
      <vt:lpstr>Key modification (contd.)</vt:lpstr>
      <vt:lpstr>Key modification (contd.)</vt:lpstr>
      <vt:lpstr>Example</vt:lpstr>
      <vt:lpstr>PowerPoint Presentation</vt:lpstr>
      <vt:lpstr>PowerPoint Presentation</vt:lpstr>
      <vt:lpstr>Modes of Operations</vt:lpstr>
      <vt:lpstr>Modes of Operations (contd.)</vt:lpstr>
      <vt:lpstr>Modes of Operations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Private Key Encryption Schemes and Block Ciphers</dc:title>
  <dc:creator>Nachiket Tapas</dc:creator>
  <cp:lastModifiedBy>Nachiket Tapas</cp:lastModifiedBy>
  <cp:revision>77</cp:revision>
  <dcterms:created xsi:type="dcterms:W3CDTF">2024-09-30T02:30:32Z</dcterms:created>
  <dcterms:modified xsi:type="dcterms:W3CDTF">2024-10-16T08:35:38Z</dcterms:modified>
</cp:coreProperties>
</file>